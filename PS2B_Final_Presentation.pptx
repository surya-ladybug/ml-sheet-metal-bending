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5" r:id="rId6"/>
    <p:sldId id="273" r:id="rId7"/>
    <p:sldId id="275" r:id="rId8"/>
    <p:sldId id="274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rya-Ladybug/ML-Sheet-Metal-Bending/blob/ae2af2a0a700a63af440d829c42ad5175edceb48/models/inverse_model.py" TargetMode="External"/><Relationship Id="rId2" Type="http://schemas.openxmlformats.org/officeDocument/2006/relationships/hyperlink" Target="https://github.com/Surya-Ladybug/ML-Sheet-Metal-Bending/blob/ae2af2a0a700a63af440d829c42ad5175edceb48/app/app.py" TargetMode="External"/><Relationship Id="rId1" Type="http://schemas.openxmlformats.org/officeDocument/2006/relationships/hyperlink" Target="https://ml-sheet-metal-bending.streamlit.app/" TargetMode="External"/><Relationship Id="rId4" Type="http://schemas.openxmlformats.org/officeDocument/2006/relationships/hyperlink" Target="https://github.com/Surya-Ladybug/ML-Sheet-Metal-Bending/blob/ae2af2a0a700a63af440d829c42ad5175edceb48/models/springback_model.py" TargetMode="External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rya-Ladybug/ML-Sheet-Metal-Bending/blob/ae2af2a0a700a63af440d829c42ad5175edceb48/models/inverse_model.py" TargetMode="External"/><Relationship Id="rId2" Type="http://schemas.openxmlformats.org/officeDocument/2006/relationships/hyperlink" Target="https://github.com/Surya-Ladybug/ML-Sheet-Metal-Bending/blob/ae2af2a0a700a63af440d829c42ad5175edceb48/app/app.py" TargetMode="External"/><Relationship Id="rId1" Type="http://schemas.openxmlformats.org/officeDocument/2006/relationships/hyperlink" Target="https://ml-sheet-metal-bending.streamlit.app/" TargetMode="External"/><Relationship Id="rId4" Type="http://schemas.openxmlformats.org/officeDocument/2006/relationships/hyperlink" Target="https://github.com/Surya-Ladybug/ML-Sheet-Metal-Bending/blob/ae2af2a0a700a63af440d829c42ad5175edceb48/models/springback_model.py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D4F748-E7C3-4ADB-BE1A-74DA4C152E21}" type="doc">
      <dgm:prSet loTypeId="urn:microsoft.com/office/officeart/2005/8/layout/hProcess9" loCatId="process" qsTypeId="urn:microsoft.com/office/officeart/2005/8/quickstyle/3d4" qsCatId="3D" csTypeId="urn:microsoft.com/office/officeart/2005/8/colors/accent6_5" csCatId="accent6" phldr="1"/>
      <dgm:spPr/>
      <dgm:t>
        <a:bodyPr/>
        <a:lstStyle/>
        <a:p>
          <a:endParaRPr lang="en-IN"/>
        </a:p>
      </dgm:t>
    </dgm:pt>
    <dgm:pt modelId="{C585291D-603F-45C7-B459-DC3A0B26F26C}">
      <dgm:prSet phldrT="[Text]"/>
      <dgm:spPr/>
      <dgm:t>
        <a:bodyPr/>
        <a:lstStyle/>
        <a:p>
          <a:r>
            <a:rPr lang="en-IN" dirty="0">
              <a:solidFill>
                <a:schemeClr val="tx2">
                  <a:lumMod val="50000"/>
                </a:schemeClr>
              </a:solidFill>
            </a:rPr>
            <a:t>(</a:t>
          </a:r>
          <a:r>
            <a:rPr lang="en-IN" dirty="0" err="1">
              <a:solidFill>
                <a:schemeClr val="tx2">
                  <a:lumMod val="50000"/>
                </a:schemeClr>
              </a:solidFill>
            </a:rPr>
            <a:t>rx</a:t>
          </a:r>
          <a:r>
            <a:rPr lang="en-IN" dirty="0">
              <a:solidFill>
                <a:schemeClr val="tx2">
                  <a:lumMod val="50000"/>
                </a:schemeClr>
              </a:solidFill>
            </a:rPr>
            <a:t>, </a:t>
          </a:r>
          <a:r>
            <a:rPr lang="en-IN" dirty="0" err="1">
              <a:solidFill>
                <a:schemeClr val="tx2">
                  <a:lumMod val="50000"/>
                </a:schemeClr>
              </a:solidFill>
            </a:rPr>
            <a:t>ryr</a:t>
          </a:r>
          <a:r>
            <a:rPr lang="en-IN" dirty="0">
              <a:solidFill>
                <a:schemeClr val="tx2">
                  <a:lumMod val="50000"/>
                </a:schemeClr>
              </a:solidFill>
            </a:rPr>
            <a:t>)</a:t>
          </a:r>
        </a:p>
      </dgm:t>
    </dgm:pt>
    <dgm:pt modelId="{89CC5CF0-54D9-4A06-9D36-14AFB73A7973}" type="parTrans" cxnId="{7F5D4935-6E3A-4DC0-97A2-C2AC8D550880}">
      <dgm:prSet/>
      <dgm:spPr/>
      <dgm:t>
        <a:bodyPr/>
        <a:lstStyle/>
        <a:p>
          <a:endParaRPr lang="en-IN"/>
        </a:p>
      </dgm:t>
    </dgm:pt>
    <dgm:pt modelId="{F7A3B1AF-ACE6-4089-AB94-168F4B537089}" type="sibTrans" cxnId="{7F5D4935-6E3A-4DC0-97A2-C2AC8D550880}">
      <dgm:prSet/>
      <dgm:spPr/>
      <dgm:t>
        <a:bodyPr/>
        <a:lstStyle/>
        <a:p>
          <a:endParaRPr lang="en-IN"/>
        </a:p>
      </dgm:t>
    </dgm:pt>
    <dgm:pt modelId="{E8AF3065-C257-49E4-920D-A0AD24D7346F}">
      <dgm:prSet phldrT="[Text]"/>
      <dgm:spPr/>
      <dgm:t>
        <a:bodyPr/>
        <a:lstStyle/>
        <a:p>
          <a:r>
            <a:rPr lang="en-IN" dirty="0">
              <a:solidFill>
                <a:schemeClr val="tx2">
                  <a:lumMod val="50000"/>
                </a:schemeClr>
              </a:solidFill>
            </a:rPr>
            <a:t>LS-DYNA Simulation</a:t>
          </a:r>
        </a:p>
      </dgm:t>
    </dgm:pt>
    <dgm:pt modelId="{4241E4CB-4D7E-49EE-8DBA-F38399BDD827}" type="parTrans" cxnId="{5EDD05F9-7756-4221-BF25-926C4A836C85}">
      <dgm:prSet/>
      <dgm:spPr/>
      <dgm:t>
        <a:bodyPr/>
        <a:lstStyle/>
        <a:p>
          <a:endParaRPr lang="en-IN"/>
        </a:p>
      </dgm:t>
    </dgm:pt>
    <dgm:pt modelId="{066FCB7A-9A1E-4D5F-8847-4EAEC43C571F}" type="sibTrans" cxnId="{5EDD05F9-7756-4221-BF25-926C4A836C85}">
      <dgm:prSet/>
      <dgm:spPr/>
      <dgm:t>
        <a:bodyPr/>
        <a:lstStyle/>
        <a:p>
          <a:endParaRPr lang="en-IN"/>
        </a:p>
      </dgm:t>
    </dgm:pt>
    <dgm:pt modelId="{7AFCEC04-710C-4DF1-8E5C-5B107FB9CF60}">
      <dgm:prSet phldrT="[Text]" custT="1"/>
      <dgm:spPr/>
      <dgm:t>
        <a:bodyPr/>
        <a:lstStyle/>
        <a:p>
          <a:r>
            <a:rPr lang="en-IN" sz="2300" dirty="0">
              <a:solidFill>
                <a:schemeClr val="tx2">
                  <a:lumMod val="50000"/>
                </a:schemeClr>
              </a:solidFill>
            </a:rPr>
            <a:t>Final Angle </a:t>
          </a:r>
        </a:p>
      </dgm:t>
    </dgm:pt>
    <dgm:pt modelId="{C3D1EFF1-876B-40EA-B645-A82D27BEF8D1}" type="parTrans" cxnId="{7B4AE211-3A94-4E43-8EE6-D33C0FEA407B}">
      <dgm:prSet/>
      <dgm:spPr/>
      <dgm:t>
        <a:bodyPr/>
        <a:lstStyle/>
        <a:p>
          <a:endParaRPr lang="en-IN"/>
        </a:p>
      </dgm:t>
    </dgm:pt>
    <dgm:pt modelId="{685E4BF6-CD38-4EF7-8715-AD989703B639}" type="sibTrans" cxnId="{7B4AE211-3A94-4E43-8EE6-D33C0FEA407B}">
      <dgm:prSet/>
      <dgm:spPr/>
      <dgm:t>
        <a:bodyPr/>
        <a:lstStyle/>
        <a:p>
          <a:endParaRPr lang="en-IN"/>
        </a:p>
      </dgm:t>
    </dgm:pt>
    <dgm:pt modelId="{56656BF0-B386-47E6-8B30-13A76BD6DF36}" type="pres">
      <dgm:prSet presAssocID="{F2D4F748-E7C3-4ADB-BE1A-74DA4C152E21}" presName="CompostProcess" presStyleCnt="0">
        <dgm:presLayoutVars>
          <dgm:dir/>
          <dgm:resizeHandles val="exact"/>
        </dgm:presLayoutVars>
      </dgm:prSet>
      <dgm:spPr/>
    </dgm:pt>
    <dgm:pt modelId="{E97306F1-D639-4133-9E39-3776484E8886}" type="pres">
      <dgm:prSet presAssocID="{F2D4F748-E7C3-4ADB-BE1A-74DA4C152E21}" presName="arrow" presStyleLbl="bgShp" presStyleIdx="0" presStyleCnt="1"/>
      <dgm:spPr/>
    </dgm:pt>
    <dgm:pt modelId="{9E924026-4D0C-4CA9-862E-F8C748F75635}" type="pres">
      <dgm:prSet presAssocID="{F2D4F748-E7C3-4ADB-BE1A-74DA4C152E21}" presName="linearProcess" presStyleCnt="0"/>
      <dgm:spPr/>
    </dgm:pt>
    <dgm:pt modelId="{3C53A50F-7D62-408F-B8C8-16C383EAD4C9}" type="pres">
      <dgm:prSet presAssocID="{C585291D-603F-45C7-B459-DC3A0B26F26C}" presName="textNode" presStyleLbl="node1" presStyleIdx="0" presStyleCnt="3">
        <dgm:presLayoutVars>
          <dgm:bulletEnabled val="1"/>
        </dgm:presLayoutVars>
      </dgm:prSet>
      <dgm:spPr/>
    </dgm:pt>
    <dgm:pt modelId="{29060CDF-9068-4FA5-88DC-99ED81CFF968}" type="pres">
      <dgm:prSet presAssocID="{F7A3B1AF-ACE6-4089-AB94-168F4B537089}" presName="sibTrans" presStyleCnt="0"/>
      <dgm:spPr/>
    </dgm:pt>
    <dgm:pt modelId="{64BFADCB-BA7D-4083-AD81-B9A7459A5B2B}" type="pres">
      <dgm:prSet presAssocID="{E8AF3065-C257-49E4-920D-A0AD24D7346F}" presName="textNode" presStyleLbl="node1" presStyleIdx="1" presStyleCnt="3">
        <dgm:presLayoutVars>
          <dgm:bulletEnabled val="1"/>
        </dgm:presLayoutVars>
      </dgm:prSet>
      <dgm:spPr/>
    </dgm:pt>
    <dgm:pt modelId="{14D023A8-75FF-4136-BAE6-13C0022A6451}" type="pres">
      <dgm:prSet presAssocID="{066FCB7A-9A1E-4D5F-8847-4EAEC43C571F}" presName="sibTrans" presStyleCnt="0"/>
      <dgm:spPr/>
    </dgm:pt>
    <dgm:pt modelId="{7D806F5B-85FB-490B-B4D5-0ADF0A7B4C08}" type="pres">
      <dgm:prSet presAssocID="{7AFCEC04-710C-4DF1-8E5C-5B107FB9CF60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EB60A901-C980-4375-AF72-5498AEB89CC1}" type="presOf" srcId="{C585291D-603F-45C7-B459-DC3A0B26F26C}" destId="{3C53A50F-7D62-408F-B8C8-16C383EAD4C9}" srcOrd="0" destOrd="0" presId="urn:microsoft.com/office/officeart/2005/8/layout/hProcess9"/>
    <dgm:cxn modelId="{7B4AE211-3A94-4E43-8EE6-D33C0FEA407B}" srcId="{F2D4F748-E7C3-4ADB-BE1A-74DA4C152E21}" destId="{7AFCEC04-710C-4DF1-8E5C-5B107FB9CF60}" srcOrd="2" destOrd="0" parTransId="{C3D1EFF1-876B-40EA-B645-A82D27BEF8D1}" sibTransId="{685E4BF6-CD38-4EF7-8715-AD989703B639}"/>
    <dgm:cxn modelId="{7F5D4935-6E3A-4DC0-97A2-C2AC8D550880}" srcId="{F2D4F748-E7C3-4ADB-BE1A-74DA4C152E21}" destId="{C585291D-603F-45C7-B459-DC3A0B26F26C}" srcOrd="0" destOrd="0" parTransId="{89CC5CF0-54D9-4A06-9D36-14AFB73A7973}" sibTransId="{F7A3B1AF-ACE6-4089-AB94-168F4B537089}"/>
    <dgm:cxn modelId="{2C6C8BB1-7F3F-41C7-9C96-E0F92517EFA6}" type="presOf" srcId="{E8AF3065-C257-49E4-920D-A0AD24D7346F}" destId="{64BFADCB-BA7D-4083-AD81-B9A7459A5B2B}" srcOrd="0" destOrd="0" presId="urn:microsoft.com/office/officeart/2005/8/layout/hProcess9"/>
    <dgm:cxn modelId="{28BB3DF4-8281-4CF8-ADB4-53F0C93CC9F0}" type="presOf" srcId="{F2D4F748-E7C3-4ADB-BE1A-74DA4C152E21}" destId="{56656BF0-B386-47E6-8B30-13A76BD6DF36}" srcOrd="0" destOrd="0" presId="urn:microsoft.com/office/officeart/2005/8/layout/hProcess9"/>
    <dgm:cxn modelId="{5EDD05F9-7756-4221-BF25-926C4A836C85}" srcId="{F2D4F748-E7C3-4ADB-BE1A-74DA4C152E21}" destId="{E8AF3065-C257-49E4-920D-A0AD24D7346F}" srcOrd="1" destOrd="0" parTransId="{4241E4CB-4D7E-49EE-8DBA-F38399BDD827}" sibTransId="{066FCB7A-9A1E-4D5F-8847-4EAEC43C571F}"/>
    <dgm:cxn modelId="{EE25B9FB-6099-4C87-AC9C-CAA9237A89FD}" type="presOf" srcId="{7AFCEC04-710C-4DF1-8E5C-5B107FB9CF60}" destId="{7D806F5B-85FB-490B-B4D5-0ADF0A7B4C08}" srcOrd="0" destOrd="0" presId="urn:microsoft.com/office/officeart/2005/8/layout/hProcess9"/>
    <dgm:cxn modelId="{A325B985-E0D0-4FE1-8790-1F5D861B64C6}" type="presParOf" srcId="{56656BF0-B386-47E6-8B30-13A76BD6DF36}" destId="{E97306F1-D639-4133-9E39-3776484E8886}" srcOrd="0" destOrd="0" presId="urn:microsoft.com/office/officeart/2005/8/layout/hProcess9"/>
    <dgm:cxn modelId="{18BD5936-6F1C-48E3-A625-B3DFAEBE3825}" type="presParOf" srcId="{56656BF0-B386-47E6-8B30-13A76BD6DF36}" destId="{9E924026-4D0C-4CA9-862E-F8C748F75635}" srcOrd="1" destOrd="0" presId="urn:microsoft.com/office/officeart/2005/8/layout/hProcess9"/>
    <dgm:cxn modelId="{016E70B7-A020-4F00-988A-ED550572B2EB}" type="presParOf" srcId="{9E924026-4D0C-4CA9-862E-F8C748F75635}" destId="{3C53A50F-7D62-408F-B8C8-16C383EAD4C9}" srcOrd="0" destOrd="0" presId="urn:microsoft.com/office/officeart/2005/8/layout/hProcess9"/>
    <dgm:cxn modelId="{0870CADE-B362-4A8D-850E-4681AEED1C9E}" type="presParOf" srcId="{9E924026-4D0C-4CA9-862E-F8C748F75635}" destId="{29060CDF-9068-4FA5-88DC-99ED81CFF968}" srcOrd="1" destOrd="0" presId="urn:microsoft.com/office/officeart/2005/8/layout/hProcess9"/>
    <dgm:cxn modelId="{E97B8F6A-CAB9-44D6-B134-AB83509D5ADD}" type="presParOf" srcId="{9E924026-4D0C-4CA9-862E-F8C748F75635}" destId="{64BFADCB-BA7D-4083-AD81-B9A7459A5B2B}" srcOrd="2" destOrd="0" presId="urn:microsoft.com/office/officeart/2005/8/layout/hProcess9"/>
    <dgm:cxn modelId="{B9ABC73C-06A3-42ED-978D-3516431CC65B}" type="presParOf" srcId="{9E924026-4D0C-4CA9-862E-F8C748F75635}" destId="{14D023A8-75FF-4136-BAE6-13C0022A6451}" srcOrd="3" destOrd="0" presId="urn:microsoft.com/office/officeart/2005/8/layout/hProcess9"/>
    <dgm:cxn modelId="{31462E6A-B8A7-482A-8C25-2FFAAB3D63AD}" type="presParOf" srcId="{9E924026-4D0C-4CA9-862E-F8C748F75635}" destId="{7D806F5B-85FB-490B-B4D5-0ADF0A7B4C08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9937B6-9B98-45E4-A6CD-385319347E81}" type="doc">
      <dgm:prSet loTypeId="urn:microsoft.com/office/officeart/2005/8/layout/chevron1" loCatId="process" qsTypeId="urn:microsoft.com/office/officeart/2005/8/quickstyle/3d4" qsCatId="3D" csTypeId="urn:microsoft.com/office/officeart/2005/8/colors/accent6_5" csCatId="accent6" phldr="1"/>
      <dgm:spPr/>
    </dgm:pt>
    <dgm:pt modelId="{44ACD4E9-F90E-4FED-A5B5-6D0AE0E923FC}">
      <dgm:prSet phldrT="[Text]"/>
      <dgm:spPr/>
      <dgm:t>
        <a:bodyPr/>
        <a:lstStyle/>
        <a:p>
          <a:r>
            <a:rPr lang="el-GR" dirty="0"/>
            <a:t>θ_</a:t>
          </a:r>
          <a:r>
            <a:rPr lang="en-IN" dirty="0"/>
            <a:t>target </a:t>
          </a:r>
        </a:p>
      </dgm:t>
    </dgm:pt>
    <dgm:pt modelId="{05555498-8EFB-4090-B735-4009B3AF8E45}" type="parTrans" cxnId="{280D6818-F1C2-415A-8F60-32BC3FD227EA}">
      <dgm:prSet/>
      <dgm:spPr/>
      <dgm:t>
        <a:bodyPr/>
        <a:lstStyle/>
        <a:p>
          <a:endParaRPr lang="en-IN"/>
        </a:p>
      </dgm:t>
    </dgm:pt>
    <dgm:pt modelId="{5E3D3412-FD95-4B39-96BA-9F6B6D3048AC}" type="sibTrans" cxnId="{280D6818-F1C2-415A-8F60-32BC3FD227EA}">
      <dgm:prSet/>
      <dgm:spPr/>
      <dgm:t>
        <a:bodyPr/>
        <a:lstStyle/>
        <a:p>
          <a:endParaRPr lang="en-IN"/>
        </a:p>
      </dgm:t>
    </dgm:pt>
    <dgm:pt modelId="{7CFCA0E9-A2EC-433A-948B-3D5528A3C3C5}">
      <dgm:prSet phldrT="[Text]"/>
      <dgm:spPr/>
      <dgm:t>
        <a:bodyPr/>
        <a:lstStyle/>
        <a:p>
          <a:r>
            <a:rPr lang="en-IN" dirty="0"/>
            <a:t>ML Model</a:t>
          </a:r>
        </a:p>
      </dgm:t>
    </dgm:pt>
    <dgm:pt modelId="{D2DBF798-069D-44B7-AD54-5BB219C64F36}" type="parTrans" cxnId="{FF232B81-7ECA-4C0D-9017-E3FCCF0287C0}">
      <dgm:prSet/>
      <dgm:spPr/>
      <dgm:t>
        <a:bodyPr/>
        <a:lstStyle/>
        <a:p>
          <a:endParaRPr lang="en-IN"/>
        </a:p>
      </dgm:t>
    </dgm:pt>
    <dgm:pt modelId="{074AD6F8-CB5D-4E78-AB52-95AA4418C067}" type="sibTrans" cxnId="{FF232B81-7ECA-4C0D-9017-E3FCCF0287C0}">
      <dgm:prSet/>
      <dgm:spPr/>
      <dgm:t>
        <a:bodyPr/>
        <a:lstStyle/>
        <a:p>
          <a:endParaRPr lang="en-IN"/>
        </a:p>
      </dgm:t>
    </dgm:pt>
    <dgm:pt modelId="{73BE1FD4-A13F-49D5-A925-BB76EABD6DFC}">
      <dgm:prSet phldrT="[Text]"/>
      <dgm:spPr/>
      <dgm:t>
        <a:bodyPr/>
        <a:lstStyle/>
        <a:p>
          <a:r>
            <a:rPr lang="en-IN" dirty="0" err="1"/>
            <a:t>ryr</a:t>
          </a:r>
          <a:endParaRPr lang="en-IN" dirty="0"/>
        </a:p>
      </dgm:t>
    </dgm:pt>
    <dgm:pt modelId="{78DCE3CC-A159-416C-9619-C670CCE3DEA8}" type="parTrans" cxnId="{E11372F4-C2AC-4644-A38B-A9FF9FA0B38B}">
      <dgm:prSet/>
      <dgm:spPr/>
      <dgm:t>
        <a:bodyPr/>
        <a:lstStyle/>
        <a:p>
          <a:endParaRPr lang="en-IN"/>
        </a:p>
      </dgm:t>
    </dgm:pt>
    <dgm:pt modelId="{4F2E6751-2DBE-42BB-B1D9-18CAD35CEFFF}" type="sibTrans" cxnId="{E11372F4-C2AC-4644-A38B-A9FF9FA0B38B}">
      <dgm:prSet/>
      <dgm:spPr/>
      <dgm:t>
        <a:bodyPr/>
        <a:lstStyle/>
        <a:p>
          <a:endParaRPr lang="en-IN"/>
        </a:p>
      </dgm:t>
    </dgm:pt>
    <dgm:pt modelId="{65E39E65-9B01-46F1-B859-4A55A5CE0D61}" type="pres">
      <dgm:prSet presAssocID="{E39937B6-9B98-45E4-A6CD-385319347E81}" presName="Name0" presStyleCnt="0">
        <dgm:presLayoutVars>
          <dgm:dir/>
          <dgm:animLvl val="lvl"/>
          <dgm:resizeHandles val="exact"/>
        </dgm:presLayoutVars>
      </dgm:prSet>
      <dgm:spPr/>
    </dgm:pt>
    <dgm:pt modelId="{683C3442-6D42-445C-9FD9-AD2BEFF441AC}" type="pres">
      <dgm:prSet presAssocID="{44ACD4E9-F90E-4FED-A5B5-6D0AE0E923F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9368BD3D-0625-41F7-A111-7ECF58485AD9}" type="pres">
      <dgm:prSet presAssocID="{5E3D3412-FD95-4B39-96BA-9F6B6D3048AC}" presName="parTxOnlySpace" presStyleCnt="0"/>
      <dgm:spPr/>
    </dgm:pt>
    <dgm:pt modelId="{8B9B17E6-9E5C-4AB7-AA52-42419233A9CD}" type="pres">
      <dgm:prSet presAssocID="{7CFCA0E9-A2EC-433A-948B-3D5528A3C3C5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01481839-DA39-444F-BA0C-462EC1C781B5}" type="pres">
      <dgm:prSet presAssocID="{074AD6F8-CB5D-4E78-AB52-95AA4418C067}" presName="parTxOnlySpace" presStyleCnt="0"/>
      <dgm:spPr/>
    </dgm:pt>
    <dgm:pt modelId="{99E4D395-8597-4E0C-B657-9BF309373EE8}" type="pres">
      <dgm:prSet presAssocID="{73BE1FD4-A13F-49D5-A925-BB76EABD6DFC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280D6818-F1C2-415A-8F60-32BC3FD227EA}" srcId="{E39937B6-9B98-45E4-A6CD-385319347E81}" destId="{44ACD4E9-F90E-4FED-A5B5-6D0AE0E923FC}" srcOrd="0" destOrd="0" parTransId="{05555498-8EFB-4090-B735-4009B3AF8E45}" sibTransId="{5E3D3412-FD95-4B39-96BA-9F6B6D3048AC}"/>
    <dgm:cxn modelId="{CF01724F-2F65-4E87-A1FF-D4747AC6C812}" type="presOf" srcId="{7CFCA0E9-A2EC-433A-948B-3D5528A3C3C5}" destId="{8B9B17E6-9E5C-4AB7-AA52-42419233A9CD}" srcOrd="0" destOrd="0" presId="urn:microsoft.com/office/officeart/2005/8/layout/chevron1"/>
    <dgm:cxn modelId="{FF232B81-7ECA-4C0D-9017-E3FCCF0287C0}" srcId="{E39937B6-9B98-45E4-A6CD-385319347E81}" destId="{7CFCA0E9-A2EC-433A-948B-3D5528A3C3C5}" srcOrd="1" destOrd="0" parTransId="{D2DBF798-069D-44B7-AD54-5BB219C64F36}" sibTransId="{074AD6F8-CB5D-4E78-AB52-95AA4418C067}"/>
    <dgm:cxn modelId="{440E79AC-65FD-43C3-B73E-1140763E3F41}" type="presOf" srcId="{E39937B6-9B98-45E4-A6CD-385319347E81}" destId="{65E39E65-9B01-46F1-B859-4A55A5CE0D61}" srcOrd="0" destOrd="0" presId="urn:microsoft.com/office/officeart/2005/8/layout/chevron1"/>
    <dgm:cxn modelId="{2D675CE7-5AA7-45CA-95E9-4E7383285285}" type="presOf" srcId="{44ACD4E9-F90E-4FED-A5B5-6D0AE0E923FC}" destId="{683C3442-6D42-445C-9FD9-AD2BEFF441AC}" srcOrd="0" destOrd="0" presId="urn:microsoft.com/office/officeart/2005/8/layout/chevron1"/>
    <dgm:cxn modelId="{E11372F4-C2AC-4644-A38B-A9FF9FA0B38B}" srcId="{E39937B6-9B98-45E4-A6CD-385319347E81}" destId="{73BE1FD4-A13F-49D5-A925-BB76EABD6DFC}" srcOrd="2" destOrd="0" parTransId="{78DCE3CC-A159-416C-9619-C670CCE3DEA8}" sibTransId="{4F2E6751-2DBE-42BB-B1D9-18CAD35CEFFF}"/>
    <dgm:cxn modelId="{BCC8E2FA-1930-4826-82B3-76A98240541F}" type="presOf" srcId="{73BE1FD4-A13F-49D5-A925-BB76EABD6DFC}" destId="{99E4D395-8597-4E0C-B657-9BF309373EE8}" srcOrd="0" destOrd="0" presId="urn:microsoft.com/office/officeart/2005/8/layout/chevron1"/>
    <dgm:cxn modelId="{3ACAEA68-1370-4CD6-9FC4-0B5B761891AB}" type="presParOf" srcId="{65E39E65-9B01-46F1-B859-4A55A5CE0D61}" destId="{683C3442-6D42-445C-9FD9-AD2BEFF441AC}" srcOrd="0" destOrd="0" presId="urn:microsoft.com/office/officeart/2005/8/layout/chevron1"/>
    <dgm:cxn modelId="{A48D81F6-2D7C-45FD-9CAB-8772D83115E2}" type="presParOf" srcId="{65E39E65-9B01-46F1-B859-4A55A5CE0D61}" destId="{9368BD3D-0625-41F7-A111-7ECF58485AD9}" srcOrd="1" destOrd="0" presId="urn:microsoft.com/office/officeart/2005/8/layout/chevron1"/>
    <dgm:cxn modelId="{2DBC8646-A6F6-46CB-BD55-E6017BAEB4EB}" type="presParOf" srcId="{65E39E65-9B01-46F1-B859-4A55A5CE0D61}" destId="{8B9B17E6-9E5C-4AB7-AA52-42419233A9CD}" srcOrd="2" destOrd="0" presId="urn:microsoft.com/office/officeart/2005/8/layout/chevron1"/>
    <dgm:cxn modelId="{AF8ECD67-7C31-46BE-A7DA-6DD70B903189}" type="presParOf" srcId="{65E39E65-9B01-46F1-B859-4A55A5CE0D61}" destId="{01481839-DA39-444F-BA0C-462EC1C781B5}" srcOrd="3" destOrd="0" presId="urn:microsoft.com/office/officeart/2005/8/layout/chevron1"/>
    <dgm:cxn modelId="{3B51B6D0-4C54-4935-A7E0-EABE4695F9B0}" type="presParOf" srcId="{65E39E65-9B01-46F1-B859-4A55A5CE0D61}" destId="{99E4D395-8597-4E0C-B657-9BF309373EE8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9937B6-9B98-45E4-A6CD-385319347E81}" type="doc">
      <dgm:prSet loTypeId="urn:microsoft.com/office/officeart/2005/8/layout/chevron1" loCatId="process" qsTypeId="urn:microsoft.com/office/officeart/2005/8/quickstyle/3d4" qsCatId="3D" csTypeId="urn:microsoft.com/office/officeart/2005/8/colors/accent6_5" csCatId="accent6" phldr="1"/>
      <dgm:spPr/>
    </dgm:pt>
    <dgm:pt modelId="{44ACD4E9-F90E-4FED-A5B5-6D0AE0E923FC}">
      <dgm:prSet phldrT="[Text]"/>
      <dgm:spPr/>
      <dgm:t>
        <a:bodyPr/>
        <a:lstStyle/>
        <a:p>
          <a:r>
            <a:rPr lang="en-IN" dirty="0"/>
            <a:t>(</a:t>
          </a:r>
          <a:r>
            <a:rPr lang="en-IN" dirty="0" err="1"/>
            <a:t>rx</a:t>
          </a:r>
          <a:r>
            <a:rPr lang="en-IN" dirty="0"/>
            <a:t>, </a:t>
          </a:r>
          <a:r>
            <a:rPr lang="en-IN" dirty="0" err="1"/>
            <a:t>ryr</a:t>
          </a:r>
          <a:r>
            <a:rPr lang="en-IN" dirty="0"/>
            <a:t>)</a:t>
          </a:r>
        </a:p>
      </dgm:t>
    </dgm:pt>
    <dgm:pt modelId="{05555498-8EFB-4090-B735-4009B3AF8E45}" type="parTrans" cxnId="{280D6818-F1C2-415A-8F60-32BC3FD227EA}">
      <dgm:prSet/>
      <dgm:spPr/>
      <dgm:t>
        <a:bodyPr/>
        <a:lstStyle/>
        <a:p>
          <a:endParaRPr lang="en-IN"/>
        </a:p>
      </dgm:t>
    </dgm:pt>
    <dgm:pt modelId="{5E3D3412-FD95-4B39-96BA-9F6B6D3048AC}" type="sibTrans" cxnId="{280D6818-F1C2-415A-8F60-32BC3FD227EA}">
      <dgm:prSet/>
      <dgm:spPr/>
      <dgm:t>
        <a:bodyPr/>
        <a:lstStyle/>
        <a:p>
          <a:endParaRPr lang="en-IN"/>
        </a:p>
      </dgm:t>
    </dgm:pt>
    <dgm:pt modelId="{7CFCA0E9-A2EC-433A-948B-3D5528A3C3C5}">
      <dgm:prSet phldrT="[Text]"/>
      <dgm:spPr/>
      <dgm:t>
        <a:bodyPr/>
        <a:lstStyle/>
        <a:p>
          <a:r>
            <a:rPr lang="el-GR" dirty="0"/>
            <a:t>θ</a:t>
          </a:r>
          <a:endParaRPr lang="en-IN" dirty="0"/>
        </a:p>
      </dgm:t>
    </dgm:pt>
    <dgm:pt modelId="{D2DBF798-069D-44B7-AD54-5BB219C64F36}" type="parTrans" cxnId="{FF232B81-7ECA-4C0D-9017-E3FCCF0287C0}">
      <dgm:prSet/>
      <dgm:spPr/>
      <dgm:t>
        <a:bodyPr/>
        <a:lstStyle/>
        <a:p>
          <a:endParaRPr lang="en-IN"/>
        </a:p>
      </dgm:t>
    </dgm:pt>
    <dgm:pt modelId="{074AD6F8-CB5D-4E78-AB52-95AA4418C067}" type="sibTrans" cxnId="{FF232B81-7ECA-4C0D-9017-E3FCCF0287C0}">
      <dgm:prSet/>
      <dgm:spPr/>
      <dgm:t>
        <a:bodyPr/>
        <a:lstStyle/>
        <a:p>
          <a:endParaRPr lang="en-IN"/>
        </a:p>
      </dgm:t>
    </dgm:pt>
    <dgm:pt modelId="{65E39E65-9B01-46F1-B859-4A55A5CE0D61}" type="pres">
      <dgm:prSet presAssocID="{E39937B6-9B98-45E4-A6CD-385319347E81}" presName="Name0" presStyleCnt="0">
        <dgm:presLayoutVars>
          <dgm:dir/>
          <dgm:animLvl val="lvl"/>
          <dgm:resizeHandles val="exact"/>
        </dgm:presLayoutVars>
      </dgm:prSet>
      <dgm:spPr/>
    </dgm:pt>
    <dgm:pt modelId="{683C3442-6D42-445C-9FD9-AD2BEFF441AC}" type="pres">
      <dgm:prSet presAssocID="{44ACD4E9-F90E-4FED-A5B5-6D0AE0E923FC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9368BD3D-0625-41F7-A111-7ECF58485AD9}" type="pres">
      <dgm:prSet presAssocID="{5E3D3412-FD95-4B39-96BA-9F6B6D3048AC}" presName="parTxOnlySpace" presStyleCnt="0"/>
      <dgm:spPr/>
    </dgm:pt>
    <dgm:pt modelId="{8B9B17E6-9E5C-4AB7-AA52-42419233A9CD}" type="pres">
      <dgm:prSet presAssocID="{7CFCA0E9-A2EC-433A-948B-3D5528A3C3C5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280D6818-F1C2-415A-8F60-32BC3FD227EA}" srcId="{E39937B6-9B98-45E4-A6CD-385319347E81}" destId="{44ACD4E9-F90E-4FED-A5B5-6D0AE0E923FC}" srcOrd="0" destOrd="0" parTransId="{05555498-8EFB-4090-B735-4009B3AF8E45}" sibTransId="{5E3D3412-FD95-4B39-96BA-9F6B6D3048AC}"/>
    <dgm:cxn modelId="{CF01724F-2F65-4E87-A1FF-D4747AC6C812}" type="presOf" srcId="{7CFCA0E9-A2EC-433A-948B-3D5528A3C3C5}" destId="{8B9B17E6-9E5C-4AB7-AA52-42419233A9CD}" srcOrd="0" destOrd="0" presId="urn:microsoft.com/office/officeart/2005/8/layout/chevron1"/>
    <dgm:cxn modelId="{FF232B81-7ECA-4C0D-9017-E3FCCF0287C0}" srcId="{E39937B6-9B98-45E4-A6CD-385319347E81}" destId="{7CFCA0E9-A2EC-433A-948B-3D5528A3C3C5}" srcOrd="1" destOrd="0" parTransId="{D2DBF798-069D-44B7-AD54-5BB219C64F36}" sibTransId="{074AD6F8-CB5D-4E78-AB52-95AA4418C067}"/>
    <dgm:cxn modelId="{440E79AC-65FD-43C3-B73E-1140763E3F41}" type="presOf" srcId="{E39937B6-9B98-45E4-A6CD-385319347E81}" destId="{65E39E65-9B01-46F1-B859-4A55A5CE0D61}" srcOrd="0" destOrd="0" presId="urn:microsoft.com/office/officeart/2005/8/layout/chevron1"/>
    <dgm:cxn modelId="{2D675CE7-5AA7-45CA-95E9-4E7383285285}" type="presOf" srcId="{44ACD4E9-F90E-4FED-A5B5-6D0AE0E923FC}" destId="{683C3442-6D42-445C-9FD9-AD2BEFF441AC}" srcOrd="0" destOrd="0" presId="urn:microsoft.com/office/officeart/2005/8/layout/chevron1"/>
    <dgm:cxn modelId="{3ACAEA68-1370-4CD6-9FC4-0B5B761891AB}" type="presParOf" srcId="{65E39E65-9B01-46F1-B859-4A55A5CE0D61}" destId="{683C3442-6D42-445C-9FD9-AD2BEFF441AC}" srcOrd="0" destOrd="0" presId="urn:microsoft.com/office/officeart/2005/8/layout/chevron1"/>
    <dgm:cxn modelId="{A48D81F6-2D7C-45FD-9CAB-8772D83115E2}" type="presParOf" srcId="{65E39E65-9B01-46F1-B859-4A55A5CE0D61}" destId="{9368BD3D-0625-41F7-A111-7ECF58485AD9}" srcOrd="1" destOrd="0" presId="urn:microsoft.com/office/officeart/2005/8/layout/chevron1"/>
    <dgm:cxn modelId="{2DBC8646-A6F6-46CB-BD55-E6017BAEB4EB}" type="presParOf" srcId="{65E39E65-9B01-46F1-B859-4A55A5CE0D61}" destId="{8B9B17E6-9E5C-4AB7-AA52-42419233A9CD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77683F-E721-4D7E-9765-02346E04DFBC}" type="doc">
      <dgm:prSet loTypeId="urn:microsoft.com/office/officeart/2005/8/layout/cycle2" loCatId="cycle" qsTypeId="urn:microsoft.com/office/officeart/2005/8/quickstyle/3d4" qsCatId="3D" csTypeId="urn:microsoft.com/office/officeart/2005/8/colors/accent6_3" csCatId="accent6" phldr="1"/>
      <dgm:spPr/>
      <dgm:t>
        <a:bodyPr/>
        <a:lstStyle/>
        <a:p>
          <a:endParaRPr lang="en-IN"/>
        </a:p>
      </dgm:t>
    </dgm:pt>
    <dgm:pt modelId="{22F94F52-367D-4921-BD8C-75FF6AB8A0B0}">
      <dgm:prSet phldrT="[Text]" phldr="0"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Target Angle</a:t>
          </a:r>
        </a:p>
      </dgm:t>
    </dgm:pt>
    <dgm:pt modelId="{79E7F022-A93B-4133-BD6A-E9FED41176C0}" type="parTrans" cxnId="{65336890-1160-4E41-B5C9-71B00BC46E7F}">
      <dgm:prSet/>
      <dgm:spPr/>
      <dgm:t>
        <a:bodyPr/>
        <a:lstStyle/>
        <a:p>
          <a:endParaRPr lang="en-IN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E46BE2-EFE8-4532-886D-9890D0EF306F}" type="sibTrans" cxnId="{65336890-1160-4E41-B5C9-71B00BC46E7F}">
      <dgm:prSet custT="1"/>
      <dgm:spPr/>
      <dgm:t>
        <a:bodyPr/>
        <a:lstStyle/>
        <a:p>
          <a:endParaRPr lang="en-IN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7368E8-FBDC-46D8-B0CC-972C0944D737}">
      <dgm:prSet phldrT="[Text]" phldr="0"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Inverse_model.py</a:t>
          </a:r>
        </a:p>
      </dgm:t>
    </dgm:pt>
    <dgm:pt modelId="{141F3586-6A92-4751-AC5F-29FCBCE92E29}" type="parTrans" cxnId="{4DC70A62-634B-4743-877C-6F80947E15E5}">
      <dgm:prSet/>
      <dgm:spPr/>
      <dgm:t>
        <a:bodyPr/>
        <a:lstStyle/>
        <a:p>
          <a:endParaRPr lang="en-IN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222527-29CF-41ED-8380-45B127AE5D99}" type="sibTrans" cxnId="{4DC70A62-634B-4743-877C-6F80947E15E5}">
      <dgm:prSet custT="1"/>
      <dgm:spPr/>
      <dgm:t>
        <a:bodyPr/>
        <a:lstStyle/>
        <a:p>
          <a:endParaRPr lang="en-IN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E0FF5B-D9F7-4A10-99DA-5B8047BB2968}">
      <dgm:prSet phldrT="[Text]" phldr="0"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Predicted </a:t>
          </a:r>
          <a:r>
            <a:rPr lang="en-IN" sz="18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ryr</a:t>
          </a:r>
          <a:endParaRPr lang="en-IN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A330AC-B48A-439A-B11C-F4668A844DA6}" type="parTrans" cxnId="{609C7A6A-FCCF-42C6-A50A-2876AE3BDB5D}">
      <dgm:prSet/>
      <dgm:spPr/>
      <dgm:t>
        <a:bodyPr/>
        <a:lstStyle/>
        <a:p>
          <a:endParaRPr lang="en-IN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7B87E0-B146-45F5-BD4E-7649692C3FA7}" type="sibTrans" cxnId="{609C7A6A-FCCF-42C6-A50A-2876AE3BDB5D}">
      <dgm:prSet custT="1"/>
      <dgm:spPr/>
      <dgm:t>
        <a:bodyPr/>
        <a:lstStyle/>
        <a:p>
          <a:endParaRPr lang="en-IN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944C3-BCB0-4CB6-AD95-4B25744F13DE}">
      <dgm:prSet phldrT="[Text]" custT="1"/>
      <dgm:spPr/>
      <dgm:t>
        <a:bodyPr/>
        <a:lstStyle/>
        <a:p>
          <a:r>
            <a:rPr lang="en-IN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LS-DYNA Parameter File</a:t>
          </a:r>
        </a:p>
      </dgm:t>
    </dgm:pt>
    <dgm:pt modelId="{A04BCA0C-8522-4159-9081-C5B51186018E}" type="parTrans" cxnId="{44A7C29C-7748-4DB7-A012-DA75565C88AE}">
      <dgm:prSet/>
      <dgm:spPr/>
      <dgm:t>
        <a:bodyPr/>
        <a:lstStyle/>
        <a:p>
          <a:endParaRPr lang="en-IN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C8571C-230F-4909-A865-6D6BA7914876}" type="sibTrans" cxnId="{44A7C29C-7748-4DB7-A012-DA75565C88AE}">
      <dgm:prSet custT="1"/>
      <dgm:spPr/>
      <dgm:t>
        <a:bodyPr/>
        <a:lstStyle/>
        <a:p>
          <a:endParaRPr lang="en-IN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8EA8BF-C09B-4C65-9CEB-805256AF1E43}">
      <dgm:prSet phldrT="[Text]" custT="1"/>
      <dgm:spPr/>
      <dgm:t>
        <a:bodyPr/>
        <a:lstStyle/>
        <a:p>
          <a:r>
            <a:rPr lang="en-IN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Validated Final Geometry</a:t>
          </a:r>
        </a:p>
      </dgm:t>
    </dgm:pt>
    <dgm:pt modelId="{F93F7902-AA3F-4CA4-A497-7C58EC066568}" type="parTrans" cxnId="{ED8A8FD4-D161-4DDF-8263-0425EA0F818B}">
      <dgm:prSet/>
      <dgm:spPr/>
      <dgm:t>
        <a:bodyPr/>
        <a:lstStyle/>
        <a:p>
          <a:endParaRPr lang="en-IN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881698-01A6-4A4A-8AA6-D5155C4016B2}" type="sibTrans" cxnId="{ED8A8FD4-D161-4DDF-8263-0425EA0F818B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/>
        <a:lstStyle/>
        <a:p>
          <a:endParaRPr lang="en-IN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E444C6-0416-4DFF-9A80-23F9CED99C37}" type="pres">
      <dgm:prSet presAssocID="{6D77683F-E721-4D7E-9765-02346E04DFBC}" presName="cycle" presStyleCnt="0">
        <dgm:presLayoutVars>
          <dgm:dir/>
          <dgm:resizeHandles val="exact"/>
        </dgm:presLayoutVars>
      </dgm:prSet>
      <dgm:spPr/>
    </dgm:pt>
    <dgm:pt modelId="{CC0BA557-EEC7-4B3B-874F-F859B0F7FCA7}" type="pres">
      <dgm:prSet presAssocID="{22F94F52-367D-4921-BD8C-75FF6AB8A0B0}" presName="node" presStyleLbl="node1" presStyleIdx="0" presStyleCnt="5">
        <dgm:presLayoutVars>
          <dgm:bulletEnabled val="1"/>
        </dgm:presLayoutVars>
      </dgm:prSet>
      <dgm:spPr/>
    </dgm:pt>
    <dgm:pt modelId="{5994C9A3-0281-4E3C-BC84-855FA149B054}" type="pres">
      <dgm:prSet presAssocID="{2CE46BE2-EFE8-4532-886D-9890D0EF306F}" presName="sibTrans" presStyleLbl="sibTrans2D1" presStyleIdx="0" presStyleCnt="5"/>
      <dgm:spPr/>
    </dgm:pt>
    <dgm:pt modelId="{0F4B66FF-FAA8-412B-BC92-50F9F128EFA7}" type="pres">
      <dgm:prSet presAssocID="{2CE46BE2-EFE8-4532-886D-9890D0EF306F}" presName="connectorText" presStyleLbl="sibTrans2D1" presStyleIdx="0" presStyleCnt="5"/>
      <dgm:spPr/>
    </dgm:pt>
    <dgm:pt modelId="{407124A9-35B8-4007-B120-9AFA345DC5E2}" type="pres">
      <dgm:prSet presAssocID="{AA7368E8-FBDC-46D8-B0CC-972C0944D737}" presName="node" presStyleLbl="node1" presStyleIdx="1" presStyleCnt="5">
        <dgm:presLayoutVars>
          <dgm:bulletEnabled val="1"/>
        </dgm:presLayoutVars>
      </dgm:prSet>
      <dgm:spPr/>
    </dgm:pt>
    <dgm:pt modelId="{F76ED9AB-62C5-45C2-B1BA-EAC4F24C9FAB}" type="pres">
      <dgm:prSet presAssocID="{7B222527-29CF-41ED-8380-45B127AE5D99}" presName="sibTrans" presStyleLbl="sibTrans2D1" presStyleIdx="1" presStyleCnt="5"/>
      <dgm:spPr/>
    </dgm:pt>
    <dgm:pt modelId="{9E4BC880-46B8-4771-9316-8D1F130BB01A}" type="pres">
      <dgm:prSet presAssocID="{7B222527-29CF-41ED-8380-45B127AE5D99}" presName="connectorText" presStyleLbl="sibTrans2D1" presStyleIdx="1" presStyleCnt="5"/>
      <dgm:spPr/>
    </dgm:pt>
    <dgm:pt modelId="{96CFCFB9-6A7C-45AE-8E74-EA422A957E39}" type="pres">
      <dgm:prSet presAssocID="{D1E0FF5B-D9F7-4A10-99DA-5B8047BB2968}" presName="node" presStyleLbl="node1" presStyleIdx="2" presStyleCnt="5">
        <dgm:presLayoutVars>
          <dgm:bulletEnabled val="1"/>
        </dgm:presLayoutVars>
      </dgm:prSet>
      <dgm:spPr/>
    </dgm:pt>
    <dgm:pt modelId="{8CF0C923-2C7E-41C0-BC67-69FBC41BB506}" type="pres">
      <dgm:prSet presAssocID="{E77B87E0-B146-45F5-BD4E-7649692C3FA7}" presName="sibTrans" presStyleLbl="sibTrans2D1" presStyleIdx="2" presStyleCnt="5"/>
      <dgm:spPr/>
    </dgm:pt>
    <dgm:pt modelId="{BFE3B6D1-F8A6-481F-B978-8F2FE06F05A1}" type="pres">
      <dgm:prSet presAssocID="{E77B87E0-B146-45F5-BD4E-7649692C3FA7}" presName="connectorText" presStyleLbl="sibTrans2D1" presStyleIdx="2" presStyleCnt="5"/>
      <dgm:spPr/>
    </dgm:pt>
    <dgm:pt modelId="{88FE65A4-5952-41DF-97A9-FFC9F95B76F5}" type="pres">
      <dgm:prSet presAssocID="{3FB944C3-BCB0-4CB6-AD95-4B25744F13DE}" presName="node" presStyleLbl="node1" presStyleIdx="3" presStyleCnt="5">
        <dgm:presLayoutVars>
          <dgm:bulletEnabled val="1"/>
        </dgm:presLayoutVars>
      </dgm:prSet>
      <dgm:spPr/>
    </dgm:pt>
    <dgm:pt modelId="{D74F78E8-6BF4-44FF-8B21-0D25F4B213A5}" type="pres">
      <dgm:prSet presAssocID="{72C8571C-230F-4909-A865-6D6BA7914876}" presName="sibTrans" presStyleLbl="sibTrans2D1" presStyleIdx="3" presStyleCnt="5"/>
      <dgm:spPr/>
    </dgm:pt>
    <dgm:pt modelId="{32C98809-09D6-4D7C-B60E-ADF752AB2E35}" type="pres">
      <dgm:prSet presAssocID="{72C8571C-230F-4909-A865-6D6BA7914876}" presName="connectorText" presStyleLbl="sibTrans2D1" presStyleIdx="3" presStyleCnt="5"/>
      <dgm:spPr/>
    </dgm:pt>
    <dgm:pt modelId="{B3E3991F-DCD1-48D0-8782-0A614C6A05BC}" type="pres">
      <dgm:prSet presAssocID="{D08EA8BF-C09B-4C65-9CEB-805256AF1E43}" presName="node" presStyleLbl="node1" presStyleIdx="4" presStyleCnt="5">
        <dgm:presLayoutVars>
          <dgm:bulletEnabled val="1"/>
        </dgm:presLayoutVars>
      </dgm:prSet>
      <dgm:spPr/>
    </dgm:pt>
    <dgm:pt modelId="{314CC0E5-A24F-423F-9C2D-A1CF303F2558}" type="pres">
      <dgm:prSet presAssocID="{E7881698-01A6-4A4A-8AA6-D5155C4016B2}" presName="sibTrans" presStyleLbl="sibTrans2D1" presStyleIdx="4" presStyleCnt="5" custFlipVert="0" custFlipHor="1" custScaleX="49919" custScaleY="69500" custLinFactX="1066057" custLinFactY="400574" custLinFactNeighborX="1100000" custLinFactNeighborY="500000"/>
      <dgm:spPr/>
    </dgm:pt>
    <dgm:pt modelId="{86655FD9-3017-4B34-A31D-D8525648583C}" type="pres">
      <dgm:prSet presAssocID="{E7881698-01A6-4A4A-8AA6-D5155C4016B2}" presName="connectorText" presStyleLbl="sibTrans2D1" presStyleIdx="4" presStyleCnt="5"/>
      <dgm:spPr/>
    </dgm:pt>
  </dgm:ptLst>
  <dgm:cxnLst>
    <dgm:cxn modelId="{47F8E400-838C-4F79-9DCA-5600D1B0FE16}" type="presOf" srcId="{D08EA8BF-C09B-4C65-9CEB-805256AF1E43}" destId="{B3E3991F-DCD1-48D0-8782-0A614C6A05BC}" srcOrd="0" destOrd="0" presId="urn:microsoft.com/office/officeart/2005/8/layout/cycle2"/>
    <dgm:cxn modelId="{FD407706-4DF6-48B4-B535-0FA2D94AC288}" type="presOf" srcId="{2CE46BE2-EFE8-4532-886D-9890D0EF306F}" destId="{5994C9A3-0281-4E3C-BC84-855FA149B054}" srcOrd="0" destOrd="0" presId="urn:microsoft.com/office/officeart/2005/8/layout/cycle2"/>
    <dgm:cxn modelId="{7CF6243B-8999-45D4-9FBB-423DCDE6A97F}" type="presOf" srcId="{E7881698-01A6-4A4A-8AA6-D5155C4016B2}" destId="{86655FD9-3017-4B34-A31D-D8525648583C}" srcOrd="1" destOrd="0" presId="urn:microsoft.com/office/officeart/2005/8/layout/cycle2"/>
    <dgm:cxn modelId="{1A475B3E-768D-459B-8341-C73F92FB4A97}" type="presOf" srcId="{E77B87E0-B146-45F5-BD4E-7649692C3FA7}" destId="{8CF0C923-2C7E-41C0-BC67-69FBC41BB506}" srcOrd="0" destOrd="0" presId="urn:microsoft.com/office/officeart/2005/8/layout/cycle2"/>
    <dgm:cxn modelId="{8C33A75E-1C9A-4F9E-B6C4-1987CBC3ED29}" type="presOf" srcId="{3FB944C3-BCB0-4CB6-AD95-4B25744F13DE}" destId="{88FE65A4-5952-41DF-97A9-FFC9F95B76F5}" srcOrd="0" destOrd="0" presId="urn:microsoft.com/office/officeart/2005/8/layout/cycle2"/>
    <dgm:cxn modelId="{4CC40D61-F13E-4AAC-8B30-D8948C07A6D7}" type="presOf" srcId="{7B222527-29CF-41ED-8380-45B127AE5D99}" destId="{9E4BC880-46B8-4771-9316-8D1F130BB01A}" srcOrd="1" destOrd="0" presId="urn:microsoft.com/office/officeart/2005/8/layout/cycle2"/>
    <dgm:cxn modelId="{4DC70A62-634B-4743-877C-6F80947E15E5}" srcId="{6D77683F-E721-4D7E-9765-02346E04DFBC}" destId="{AA7368E8-FBDC-46D8-B0CC-972C0944D737}" srcOrd="1" destOrd="0" parTransId="{141F3586-6A92-4751-AC5F-29FCBCE92E29}" sibTransId="{7B222527-29CF-41ED-8380-45B127AE5D99}"/>
    <dgm:cxn modelId="{6C60EC47-58A1-477F-BD74-4B54A3D9691C}" type="presOf" srcId="{AA7368E8-FBDC-46D8-B0CC-972C0944D737}" destId="{407124A9-35B8-4007-B120-9AFA345DC5E2}" srcOrd="0" destOrd="0" presId="urn:microsoft.com/office/officeart/2005/8/layout/cycle2"/>
    <dgm:cxn modelId="{6D84C068-6626-4F19-B06F-BD8330265453}" type="presOf" srcId="{D1E0FF5B-D9F7-4A10-99DA-5B8047BB2968}" destId="{96CFCFB9-6A7C-45AE-8E74-EA422A957E39}" srcOrd="0" destOrd="0" presId="urn:microsoft.com/office/officeart/2005/8/layout/cycle2"/>
    <dgm:cxn modelId="{609C7A6A-FCCF-42C6-A50A-2876AE3BDB5D}" srcId="{6D77683F-E721-4D7E-9765-02346E04DFBC}" destId="{D1E0FF5B-D9F7-4A10-99DA-5B8047BB2968}" srcOrd="2" destOrd="0" parTransId="{BBA330AC-B48A-439A-B11C-F4668A844DA6}" sibTransId="{E77B87E0-B146-45F5-BD4E-7649692C3FA7}"/>
    <dgm:cxn modelId="{469E9788-1576-4C20-AB0B-B7D80EF4DD72}" type="presOf" srcId="{72C8571C-230F-4909-A865-6D6BA7914876}" destId="{32C98809-09D6-4D7C-B60E-ADF752AB2E35}" srcOrd="1" destOrd="0" presId="urn:microsoft.com/office/officeart/2005/8/layout/cycle2"/>
    <dgm:cxn modelId="{65336890-1160-4E41-B5C9-71B00BC46E7F}" srcId="{6D77683F-E721-4D7E-9765-02346E04DFBC}" destId="{22F94F52-367D-4921-BD8C-75FF6AB8A0B0}" srcOrd="0" destOrd="0" parTransId="{79E7F022-A93B-4133-BD6A-E9FED41176C0}" sibTransId="{2CE46BE2-EFE8-4532-886D-9890D0EF306F}"/>
    <dgm:cxn modelId="{44A7C29C-7748-4DB7-A012-DA75565C88AE}" srcId="{6D77683F-E721-4D7E-9765-02346E04DFBC}" destId="{3FB944C3-BCB0-4CB6-AD95-4B25744F13DE}" srcOrd="3" destOrd="0" parTransId="{A04BCA0C-8522-4159-9081-C5B51186018E}" sibTransId="{72C8571C-230F-4909-A865-6D6BA7914876}"/>
    <dgm:cxn modelId="{761A2DAF-CF29-4B2C-9706-619D817864AA}" type="presOf" srcId="{22F94F52-367D-4921-BD8C-75FF6AB8A0B0}" destId="{CC0BA557-EEC7-4B3B-874F-F859B0F7FCA7}" srcOrd="0" destOrd="0" presId="urn:microsoft.com/office/officeart/2005/8/layout/cycle2"/>
    <dgm:cxn modelId="{E68038B0-8D8C-4093-97F7-3C1FA4B371F1}" type="presOf" srcId="{E77B87E0-B146-45F5-BD4E-7649692C3FA7}" destId="{BFE3B6D1-F8A6-481F-B978-8F2FE06F05A1}" srcOrd="1" destOrd="0" presId="urn:microsoft.com/office/officeart/2005/8/layout/cycle2"/>
    <dgm:cxn modelId="{B9D7EAB3-2713-4B87-B033-587FAB5F4622}" type="presOf" srcId="{E7881698-01A6-4A4A-8AA6-D5155C4016B2}" destId="{314CC0E5-A24F-423F-9C2D-A1CF303F2558}" srcOrd="0" destOrd="0" presId="urn:microsoft.com/office/officeart/2005/8/layout/cycle2"/>
    <dgm:cxn modelId="{B8EA61BF-3D4C-4F00-889B-CA9343C69BE7}" type="presOf" srcId="{6D77683F-E721-4D7E-9765-02346E04DFBC}" destId="{CBE444C6-0416-4DFF-9A80-23F9CED99C37}" srcOrd="0" destOrd="0" presId="urn:microsoft.com/office/officeart/2005/8/layout/cycle2"/>
    <dgm:cxn modelId="{ED8A8FD4-D161-4DDF-8263-0425EA0F818B}" srcId="{6D77683F-E721-4D7E-9765-02346E04DFBC}" destId="{D08EA8BF-C09B-4C65-9CEB-805256AF1E43}" srcOrd="4" destOrd="0" parTransId="{F93F7902-AA3F-4CA4-A497-7C58EC066568}" sibTransId="{E7881698-01A6-4A4A-8AA6-D5155C4016B2}"/>
    <dgm:cxn modelId="{2F5AF7DD-18A1-414B-AC68-1205552FDC1F}" type="presOf" srcId="{7B222527-29CF-41ED-8380-45B127AE5D99}" destId="{F76ED9AB-62C5-45C2-B1BA-EAC4F24C9FAB}" srcOrd="0" destOrd="0" presId="urn:microsoft.com/office/officeart/2005/8/layout/cycle2"/>
    <dgm:cxn modelId="{AD93A0F9-ACBB-4B01-8AC5-0271744B8426}" type="presOf" srcId="{2CE46BE2-EFE8-4532-886D-9890D0EF306F}" destId="{0F4B66FF-FAA8-412B-BC92-50F9F128EFA7}" srcOrd="1" destOrd="0" presId="urn:microsoft.com/office/officeart/2005/8/layout/cycle2"/>
    <dgm:cxn modelId="{2F74ADF9-A4E7-48EB-96A2-4686D19C4633}" type="presOf" srcId="{72C8571C-230F-4909-A865-6D6BA7914876}" destId="{D74F78E8-6BF4-44FF-8B21-0D25F4B213A5}" srcOrd="0" destOrd="0" presId="urn:microsoft.com/office/officeart/2005/8/layout/cycle2"/>
    <dgm:cxn modelId="{04A680D1-EEEC-47B1-902B-44746C1A03D8}" type="presParOf" srcId="{CBE444C6-0416-4DFF-9A80-23F9CED99C37}" destId="{CC0BA557-EEC7-4B3B-874F-F859B0F7FCA7}" srcOrd="0" destOrd="0" presId="urn:microsoft.com/office/officeart/2005/8/layout/cycle2"/>
    <dgm:cxn modelId="{423C3961-6BC5-4176-9988-A017DD0291F0}" type="presParOf" srcId="{CBE444C6-0416-4DFF-9A80-23F9CED99C37}" destId="{5994C9A3-0281-4E3C-BC84-855FA149B054}" srcOrd="1" destOrd="0" presId="urn:microsoft.com/office/officeart/2005/8/layout/cycle2"/>
    <dgm:cxn modelId="{72D3994E-DEF9-4BAE-A51A-62ED8A0CB23A}" type="presParOf" srcId="{5994C9A3-0281-4E3C-BC84-855FA149B054}" destId="{0F4B66FF-FAA8-412B-BC92-50F9F128EFA7}" srcOrd="0" destOrd="0" presId="urn:microsoft.com/office/officeart/2005/8/layout/cycle2"/>
    <dgm:cxn modelId="{CE04D272-71ED-488D-83CD-D0F2D2A3DF9F}" type="presParOf" srcId="{CBE444C6-0416-4DFF-9A80-23F9CED99C37}" destId="{407124A9-35B8-4007-B120-9AFA345DC5E2}" srcOrd="2" destOrd="0" presId="urn:microsoft.com/office/officeart/2005/8/layout/cycle2"/>
    <dgm:cxn modelId="{790A8E78-2D47-47BE-9B80-1FE95DBA1285}" type="presParOf" srcId="{CBE444C6-0416-4DFF-9A80-23F9CED99C37}" destId="{F76ED9AB-62C5-45C2-B1BA-EAC4F24C9FAB}" srcOrd="3" destOrd="0" presId="urn:microsoft.com/office/officeart/2005/8/layout/cycle2"/>
    <dgm:cxn modelId="{C7A8434D-A794-4060-A05D-4E4ADA7E3FCA}" type="presParOf" srcId="{F76ED9AB-62C5-45C2-B1BA-EAC4F24C9FAB}" destId="{9E4BC880-46B8-4771-9316-8D1F130BB01A}" srcOrd="0" destOrd="0" presId="urn:microsoft.com/office/officeart/2005/8/layout/cycle2"/>
    <dgm:cxn modelId="{DBE40F52-B3E3-423F-8EFF-376EF9F4358B}" type="presParOf" srcId="{CBE444C6-0416-4DFF-9A80-23F9CED99C37}" destId="{96CFCFB9-6A7C-45AE-8E74-EA422A957E39}" srcOrd="4" destOrd="0" presId="urn:microsoft.com/office/officeart/2005/8/layout/cycle2"/>
    <dgm:cxn modelId="{A1F8EDB9-FED0-40BA-B160-A5EBA526604D}" type="presParOf" srcId="{CBE444C6-0416-4DFF-9A80-23F9CED99C37}" destId="{8CF0C923-2C7E-41C0-BC67-69FBC41BB506}" srcOrd="5" destOrd="0" presId="urn:microsoft.com/office/officeart/2005/8/layout/cycle2"/>
    <dgm:cxn modelId="{B81C300D-1A3B-4CBF-85CB-EC0FC77BD099}" type="presParOf" srcId="{8CF0C923-2C7E-41C0-BC67-69FBC41BB506}" destId="{BFE3B6D1-F8A6-481F-B978-8F2FE06F05A1}" srcOrd="0" destOrd="0" presId="urn:microsoft.com/office/officeart/2005/8/layout/cycle2"/>
    <dgm:cxn modelId="{6961BB61-B71B-464C-ACB3-93E5BDEB5A07}" type="presParOf" srcId="{CBE444C6-0416-4DFF-9A80-23F9CED99C37}" destId="{88FE65A4-5952-41DF-97A9-FFC9F95B76F5}" srcOrd="6" destOrd="0" presId="urn:microsoft.com/office/officeart/2005/8/layout/cycle2"/>
    <dgm:cxn modelId="{51598E04-5B3C-440B-9B6D-685F7F35EC8C}" type="presParOf" srcId="{CBE444C6-0416-4DFF-9A80-23F9CED99C37}" destId="{D74F78E8-6BF4-44FF-8B21-0D25F4B213A5}" srcOrd="7" destOrd="0" presId="urn:microsoft.com/office/officeart/2005/8/layout/cycle2"/>
    <dgm:cxn modelId="{6E15B255-141F-4F11-90BC-E52AB2FAB153}" type="presParOf" srcId="{D74F78E8-6BF4-44FF-8B21-0D25F4B213A5}" destId="{32C98809-09D6-4D7C-B60E-ADF752AB2E35}" srcOrd="0" destOrd="0" presId="urn:microsoft.com/office/officeart/2005/8/layout/cycle2"/>
    <dgm:cxn modelId="{423B3BC4-A8E5-4697-89CC-52CE9E52443A}" type="presParOf" srcId="{CBE444C6-0416-4DFF-9A80-23F9CED99C37}" destId="{B3E3991F-DCD1-48D0-8782-0A614C6A05BC}" srcOrd="8" destOrd="0" presId="urn:microsoft.com/office/officeart/2005/8/layout/cycle2"/>
    <dgm:cxn modelId="{3DEF3597-A8B8-4886-80B4-CA8D57197226}" type="presParOf" srcId="{CBE444C6-0416-4DFF-9A80-23F9CED99C37}" destId="{314CC0E5-A24F-423F-9C2D-A1CF303F2558}" srcOrd="9" destOrd="0" presId="urn:microsoft.com/office/officeart/2005/8/layout/cycle2"/>
    <dgm:cxn modelId="{6DBE1683-44D5-4CA9-B632-FC66697F11A5}" type="presParOf" srcId="{314CC0E5-A24F-423F-9C2D-A1CF303F2558}" destId="{86655FD9-3017-4B34-A31D-D8525648583C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586C31-1015-4248-864C-C0755495D090}" type="doc">
      <dgm:prSet loTypeId="urn:microsoft.com/office/officeart/2005/8/layout/process5" loCatId="process" qsTypeId="urn:microsoft.com/office/officeart/2005/8/quickstyle/3d4" qsCatId="3D" csTypeId="urn:microsoft.com/office/officeart/2005/8/colors/accent6_5" csCatId="accent6" phldr="1"/>
      <dgm:spPr/>
      <dgm:t>
        <a:bodyPr/>
        <a:lstStyle/>
        <a:p>
          <a:endParaRPr lang="en-IN"/>
        </a:p>
      </dgm:t>
    </dgm:pt>
    <dgm:pt modelId="{E009DA33-1DC3-400B-B378-4B94AAB4B62E}">
      <dgm:prSet phldrT="[Text]" phldr="0"/>
      <dgm:spPr/>
      <dgm:t>
        <a:bodyPr/>
        <a:lstStyle/>
        <a:p>
          <a:r>
            <a:rPr lang="en-IN" dirty="0">
              <a:solidFill>
                <a:schemeClr val="tx1"/>
              </a:solidFill>
              <a:hlinkClick xmlns:r="http://schemas.openxmlformats.org/officeDocument/2006/relationships" r:id="rId1"/>
            </a:rPr>
            <a:t>User Input (UI)</a:t>
          </a:r>
          <a:endParaRPr lang="en-IN" dirty="0">
            <a:solidFill>
              <a:schemeClr val="tx1"/>
            </a:solidFill>
          </a:endParaRPr>
        </a:p>
      </dgm:t>
    </dgm:pt>
    <dgm:pt modelId="{09858AC3-DC43-4EC7-85D3-169A076FE3EA}" type="parTrans" cxnId="{E9231E9E-B30C-4A71-8E07-9604D80B40FF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BE401308-D716-44E9-BA5D-C8E72A609133}" type="sibTrans" cxnId="{E9231E9E-B30C-4A71-8E07-9604D80B40FF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E8B4EA7A-70AC-4F72-BFCA-9AA254D5C5E0}">
      <dgm:prSet phldrT="[Text]" phldr="0"/>
      <dgm:spPr/>
      <dgm:t>
        <a:bodyPr/>
        <a:lstStyle/>
        <a:p>
          <a:r>
            <a:rPr lang="en-IN" dirty="0">
              <a:solidFill>
                <a:schemeClr val="tx1"/>
              </a:solidFill>
              <a:hlinkClick xmlns:r="http://schemas.openxmlformats.org/officeDocument/2006/relationships" r:id="rId2"/>
            </a:rPr>
            <a:t>app.py</a:t>
          </a:r>
          <a:endParaRPr lang="en-IN" dirty="0">
            <a:solidFill>
              <a:schemeClr val="tx1"/>
            </a:solidFill>
          </a:endParaRPr>
        </a:p>
      </dgm:t>
    </dgm:pt>
    <dgm:pt modelId="{97B0372F-F031-4E76-8D23-B1596D6CD4C5}" type="parTrans" cxnId="{F9DBB4F1-0012-42BD-B91B-A3E1E35A7797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CCD57104-2BA5-4DF5-A528-011F4F61BBCA}" type="sibTrans" cxnId="{F9DBB4F1-0012-42BD-B91B-A3E1E35A7797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159DE99B-DBBA-4C9A-8D88-CBFF40F62A1F}">
      <dgm:prSet phldrT="[Text]" phldr="0"/>
      <dgm:spPr/>
      <dgm:t>
        <a:bodyPr/>
        <a:lstStyle/>
        <a:p>
          <a:r>
            <a:rPr lang="en-IN" dirty="0">
              <a:solidFill>
                <a:schemeClr val="tx1"/>
              </a:solidFill>
              <a:hlinkClick xmlns:r="http://schemas.openxmlformats.org/officeDocument/2006/relationships" r:id="rId3"/>
            </a:rPr>
            <a:t>Inverse_model.py</a:t>
          </a:r>
          <a:endParaRPr lang="en-IN" dirty="0">
            <a:solidFill>
              <a:schemeClr val="tx1"/>
            </a:solidFill>
          </a:endParaRPr>
        </a:p>
      </dgm:t>
    </dgm:pt>
    <dgm:pt modelId="{B6461A83-F626-4FAA-A243-69CA38845109}" type="parTrans" cxnId="{4D86973E-76B7-4776-A8D3-EAC11E297572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4244BF96-59E4-479A-89CA-B35A3A9D3964}" type="sibTrans" cxnId="{4D86973E-76B7-4776-A8D3-EAC11E297572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8EA35913-A7F1-459C-AC5F-016DBAA49FA4}">
      <dgm:prSet phldrT="[Text]" phldr="0"/>
      <dgm:spPr/>
      <dgm:t>
        <a:bodyPr/>
        <a:lstStyle/>
        <a:p>
          <a:r>
            <a:rPr lang="en-IN" dirty="0">
              <a:solidFill>
                <a:schemeClr val="tx1"/>
              </a:solidFill>
              <a:hlinkClick xmlns:r="http://schemas.openxmlformats.org/officeDocument/2006/relationships" r:id="rId4"/>
            </a:rPr>
            <a:t>Springback_model.py</a:t>
          </a:r>
          <a:endParaRPr lang="en-IN" dirty="0">
            <a:solidFill>
              <a:schemeClr val="tx1"/>
            </a:solidFill>
          </a:endParaRPr>
        </a:p>
      </dgm:t>
    </dgm:pt>
    <dgm:pt modelId="{97E26CD1-8466-4E4C-903A-2ABF252D19B1}" type="parTrans" cxnId="{ACD003FE-CCF3-4FD1-A603-3B45D857E16C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04906ACE-6515-46A8-87F3-3A4B5BD97E2D}" type="sibTrans" cxnId="{ACD003FE-CCF3-4FD1-A603-3B45D857E16C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08A4CAD3-8137-42F5-9D7F-3A96F7AFBD8F}">
      <dgm:prSet phldrT="[Text]" phldr="0"/>
      <dgm:spPr/>
      <dgm:t>
        <a:bodyPr/>
        <a:lstStyle/>
        <a:p>
          <a:r>
            <a:rPr lang="en-IN" dirty="0">
              <a:solidFill>
                <a:schemeClr val="tx1"/>
              </a:solidFill>
            </a:rPr>
            <a:t>Toolpath Generator</a:t>
          </a:r>
        </a:p>
      </dgm:t>
    </dgm:pt>
    <dgm:pt modelId="{62BE219A-6DEE-45FF-8B2B-2601147B34B6}" type="parTrans" cxnId="{03F78678-4C17-4731-A13E-182E50E5402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7D1F2E7B-7307-4F9D-9CE8-A2A0A8384DB2}" type="sibTrans" cxnId="{03F78678-4C17-4731-A13E-182E50E5402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6DE6985C-1DDF-4F0C-887F-CBC379020F94}">
      <dgm:prSet phldrT="[Text]" phldr="0"/>
      <dgm:spPr/>
      <dgm:t>
        <a:bodyPr/>
        <a:lstStyle/>
        <a:p>
          <a:r>
            <a:rPr lang="en-IN" dirty="0">
              <a:solidFill>
                <a:schemeClr val="tx1"/>
              </a:solidFill>
            </a:rPr>
            <a:t>Visualization + CSV + Summary Report</a:t>
          </a:r>
        </a:p>
      </dgm:t>
    </dgm:pt>
    <dgm:pt modelId="{5FEB0033-31C2-4088-AD49-87770AD8AA05}" type="parTrans" cxnId="{4C89BD1B-1F4B-4BCC-9FE2-A8FA72FE60EF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D053F480-148E-4240-A663-EFC958A8CEDE}" type="sibTrans" cxnId="{4C89BD1B-1F4B-4BCC-9FE2-A8FA72FE60EF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242321F7-AE43-492B-B3E3-596F17CE0BB2}" type="pres">
      <dgm:prSet presAssocID="{8C586C31-1015-4248-864C-C0755495D090}" presName="diagram" presStyleCnt="0">
        <dgm:presLayoutVars>
          <dgm:dir/>
          <dgm:resizeHandles val="exact"/>
        </dgm:presLayoutVars>
      </dgm:prSet>
      <dgm:spPr/>
    </dgm:pt>
    <dgm:pt modelId="{48ED5D19-BD80-4E76-881F-CD8F99FC856B}" type="pres">
      <dgm:prSet presAssocID="{E009DA33-1DC3-400B-B378-4B94AAB4B62E}" presName="node" presStyleLbl="node1" presStyleIdx="0" presStyleCnt="6">
        <dgm:presLayoutVars>
          <dgm:bulletEnabled val="1"/>
        </dgm:presLayoutVars>
      </dgm:prSet>
      <dgm:spPr/>
    </dgm:pt>
    <dgm:pt modelId="{CB20076E-4E22-469A-B863-0BEE51B313FF}" type="pres">
      <dgm:prSet presAssocID="{BE401308-D716-44E9-BA5D-C8E72A609133}" presName="sibTrans" presStyleLbl="sibTrans2D1" presStyleIdx="0" presStyleCnt="5"/>
      <dgm:spPr/>
    </dgm:pt>
    <dgm:pt modelId="{D03B2BEC-B5D8-48EE-ADE8-2BC290EE910F}" type="pres">
      <dgm:prSet presAssocID="{BE401308-D716-44E9-BA5D-C8E72A609133}" presName="connectorText" presStyleLbl="sibTrans2D1" presStyleIdx="0" presStyleCnt="5"/>
      <dgm:spPr/>
    </dgm:pt>
    <dgm:pt modelId="{F5C9AA2F-91FB-4939-AFE6-AE2229ACB9C9}" type="pres">
      <dgm:prSet presAssocID="{E8B4EA7A-70AC-4F72-BFCA-9AA254D5C5E0}" presName="node" presStyleLbl="node1" presStyleIdx="1" presStyleCnt="6">
        <dgm:presLayoutVars>
          <dgm:bulletEnabled val="1"/>
        </dgm:presLayoutVars>
      </dgm:prSet>
      <dgm:spPr/>
    </dgm:pt>
    <dgm:pt modelId="{C1C94F3C-F9BD-4649-832B-551852D96207}" type="pres">
      <dgm:prSet presAssocID="{CCD57104-2BA5-4DF5-A528-011F4F61BBCA}" presName="sibTrans" presStyleLbl="sibTrans2D1" presStyleIdx="1" presStyleCnt="5"/>
      <dgm:spPr/>
    </dgm:pt>
    <dgm:pt modelId="{A443554B-3A85-4098-B1DB-18E8E812D6F2}" type="pres">
      <dgm:prSet presAssocID="{CCD57104-2BA5-4DF5-A528-011F4F61BBCA}" presName="connectorText" presStyleLbl="sibTrans2D1" presStyleIdx="1" presStyleCnt="5"/>
      <dgm:spPr/>
    </dgm:pt>
    <dgm:pt modelId="{2AE62140-9112-47BE-A5B7-8A678A5D6649}" type="pres">
      <dgm:prSet presAssocID="{159DE99B-DBBA-4C9A-8D88-CBFF40F62A1F}" presName="node" presStyleLbl="node1" presStyleIdx="2" presStyleCnt="6">
        <dgm:presLayoutVars>
          <dgm:bulletEnabled val="1"/>
        </dgm:presLayoutVars>
      </dgm:prSet>
      <dgm:spPr/>
    </dgm:pt>
    <dgm:pt modelId="{63297351-5201-45BE-AEEC-7CD894732111}" type="pres">
      <dgm:prSet presAssocID="{4244BF96-59E4-479A-89CA-B35A3A9D3964}" presName="sibTrans" presStyleLbl="sibTrans2D1" presStyleIdx="2" presStyleCnt="5"/>
      <dgm:spPr/>
    </dgm:pt>
    <dgm:pt modelId="{F6CD3B1B-0186-45EE-9507-5B2CCC130956}" type="pres">
      <dgm:prSet presAssocID="{4244BF96-59E4-479A-89CA-B35A3A9D3964}" presName="connectorText" presStyleLbl="sibTrans2D1" presStyleIdx="2" presStyleCnt="5"/>
      <dgm:spPr/>
    </dgm:pt>
    <dgm:pt modelId="{B9EC4918-BB29-4729-84A6-F6EF532A5ECD}" type="pres">
      <dgm:prSet presAssocID="{8EA35913-A7F1-459C-AC5F-016DBAA49FA4}" presName="node" presStyleLbl="node1" presStyleIdx="3" presStyleCnt="6">
        <dgm:presLayoutVars>
          <dgm:bulletEnabled val="1"/>
        </dgm:presLayoutVars>
      </dgm:prSet>
      <dgm:spPr/>
    </dgm:pt>
    <dgm:pt modelId="{02C137EF-0C58-4381-99CA-84D12BD14AFA}" type="pres">
      <dgm:prSet presAssocID="{04906ACE-6515-46A8-87F3-3A4B5BD97E2D}" presName="sibTrans" presStyleLbl="sibTrans2D1" presStyleIdx="3" presStyleCnt="5"/>
      <dgm:spPr/>
    </dgm:pt>
    <dgm:pt modelId="{D4E8DECB-9277-45EB-9C69-DFF510D3ADE4}" type="pres">
      <dgm:prSet presAssocID="{04906ACE-6515-46A8-87F3-3A4B5BD97E2D}" presName="connectorText" presStyleLbl="sibTrans2D1" presStyleIdx="3" presStyleCnt="5"/>
      <dgm:spPr/>
    </dgm:pt>
    <dgm:pt modelId="{965533D7-3EAF-4392-828F-581FABC71608}" type="pres">
      <dgm:prSet presAssocID="{08A4CAD3-8137-42F5-9D7F-3A96F7AFBD8F}" presName="node" presStyleLbl="node1" presStyleIdx="4" presStyleCnt="6">
        <dgm:presLayoutVars>
          <dgm:bulletEnabled val="1"/>
        </dgm:presLayoutVars>
      </dgm:prSet>
      <dgm:spPr/>
    </dgm:pt>
    <dgm:pt modelId="{A9A2EDC3-7E02-4481-BC99-3A2305204AAF}" type="pres">
      <dgm:prSet presAssocID="{7D1F2E7B-7307-4F9D-9CE8-A2A0A8384DB2}" presName="sibTrans" presStyleLbl="sibTrans2D1" presStyleIdx="4" presStyleCnt="5"/>
      <dgm:spPr/>
    </dgm:pt>
    <dgm:pt modelId="{417E667A-377A-4315-8735-BE86802D6063}" type="pres">
      <dgm:prSet presAssocID="{7D1F2E7B-7307-4F9D-9CE8-A2A0A8384DB2}" presName="connectorText" presStyleLbl="sibTrans2D1" presStyleIdx="4" presStyleCnt="5"/>
      <dgm:spPr/>
    </dgm:pt>
    <dgm:pt modelId="{7E344D16-94D6-43A0-A54A-F62345C59492}" type="pres">
      <dgm:prSet presAssocID="{6DE6985C-1DDF-4F0C-887F-CBC379020F94}" presName="node" presStyleLbl="node1" presStyleIdx="5" presStyleCnt="6">
        <dgm:presLayoutVars>
          <dgm:bulletEnabled val="1"/>
        </dgm:presLayoutVars>
      </dgm:prSet>
      <dgm:spPr/>
    </dgm:pt>
  </dgm:ptLst>
  <dgm:cxnLst>
    <dgm:cxn modelId="{57882905-8C0B-491E-9293-10076A0034A1}" type="presOf" srcId="{4244BF96-59E4-479A-89CA-B35A3A9D3964}" destId="{F6CD3B1B-0186-45EE-9507-5B2CCC130956}" srcOrd="1" destOrd="0" presId="urn:microsoft.com/office/officeart/2005/8/layout/process5"/>
    <dgm:cxn modelId="{91BC9114-7B0B-486D-BE61-3F6F164075DA}" type="presOf" srcId="{CCD57104-2BA5-4DF5-A528-011F4F61BBCA}" destId="{A443554B-3A85-4098-B1DB-18E8E812D6F2}" srcOrd="1" destOrd="0" presId="urn:microsoft.com/office/officeart/2005/8/layout/process5"/>
    <dgm:cxn modelId="{4C89BD1B-1F4B-4BCC-9FE2-A8FA72FE60EF}" srcId="{8C586C31-1015-4248-864C-C0755495D090}" destId="{6DE6985C-1DDF-4F0C-887F-CBC379020F94}" srcOrd="5" destOrd="0" parTransId="{5FEB0033-31C2-4088-AD49-87770AD8AA05}" sibTransId="{D053F480-148E-4240-A663-EFC958A8CEDE}"/>
    <dgm:cxn modelId="{31160E3B-BF14-4EAB-9E78-AA29A81A9528}" type="presOf" srcId="{6DE6985C-1DDF-4F0C-887F-CBC379020F94}" destId="{7E344D16-94D6-43A0-A54A-F62345C59492}" srcOrd="0" destOrd="0" presId="urn:microsoft.com/office/officeart/2005/8/layout/process5"/>
    <dgm:cxn modelId="{4D86973E-76B7-4776-A8D3-EAC11E297572}" srcId="{8C586C31-1015-4248-864C-C0755495D090}" destId="{159DE99B-DBBA-4C9A-8D88-CBFF40F62A1F}" srcOrd="2" destOrd="0" parTransId="{B6461A83-F626-4FAA-A243-69CA38845109}" sibTransId="{4244BF96-59E4-479A-89CA-B35A3A9D3964}"/>
    <dgm:cxn modelId="{7F37613F-95A2-4947-8076-4599AA2E0ED3}" type="presOf" srcId="{08A4CAD3-8137-42F5-9D7F-3A96F7AFBD8F}" destId="{965533D7-3EAF-4392-828F-581FABC71608}" srcOrd="0" destOrd="0" presId="urn:microsoft.com/office/officeart/2005/8/layout/process5"/>
    <dgm:cxn modelId="{F3B49F46-2988-4273-97A3-4AE079C2FBAA}" type="presOf" srcId="{BE401308-D716-44E9-BA5D-C8E72A609133}" destId="{CB20076E-4E22-469A-B863-0BEE51B313FF}" srcOrd="0" destOrd="0" presId="urn:microsoft.com/office/officeart/2005/8/layout/process5"/>
    <dgm:cxn modelId="{8154FA4C-AB4B-4B2B-9737-3C218E953EF9}" type="presOf" srcId="{E8B4EA7A-70AC-4F72-BFCA-9AA254D5C5E0}" destId="{F5C9AA2F-91FB-4939-AFE6-AE2229ACB9C9}" srcOrd="0" destOrd="0" presId="urn:microsoft.com/office/officeart/2005/8/layout/process5"/>
    <dgm:cxn modelId="{A955DC53-5498-4525-9973-89F3B7EFA4A1}" type="presOf" srcId="{BE401308-D716-44E9-BA5D-C8E72A609133}" destId="{D03B2BEC-B5D8-48EE-ADE8-2BC290EE910F}" srcOrd="1" destOrd="0" presId="urn:microsoft.com/office/officeart/2005/8/layout/process5"/>
    <dgm:cxn modelId="{E11FF574-D296-4730-BCD8-C1EA4B55A2DA}" type="presOf" srcId="{04906ACE-6515-46A8-87F3-3A4B5BD97E2D}" destId="{D4E8DECB-9277-45EB-9C69-DFF510D3ADE4}" srcOrd="1" destOrd="0" presId="urn:microsoft.com/office/officeart/2005/8/layout/process5"/>
    <dgm:cxn modelId="{03F78678-4C17-4731-A13E-182E50E54024}" srcId="{8C586C31-1015-4248-864C-C0755495D090}" destId="{08A4CAD3-8137-42F5-9D7F-3A96F7AFBD8F}" srcOrd="4" destOrd="0" parTransId="{62BE219A-6DEE-45FF-8B2B-2601147B34B6}" sibTransId="{7D1F2E7B-7307-4F9D-9CE8-A2A0A8384DB2}"/>
    <dgm:cxn modelId="{6D1E0183-D441-4B5F-8B09-2595A08AB697}" type="presOf" srcId="{8EA35913-A7F1-459C-AC5F-016DBAA49FA4}" destId="{B9EC4918-BB29-4729-84A6-F6EF532A5ECD}" srcOrd="0" destOrd="0" presId="urn:microsoft.com/office/officeart/2005/8/layout/process5"/>
    <dgm:cxn modelId="{AC74CB83-0604-4DD3-80B8-62DF1909B210}" type="presOf" srcId="{8C586C31-1015-4248-864C-C0755495D090}" destId="{242321F7-AE43-492B-B3E3-596F17CE0BB2}" srcOrd="0" destOrd="0" presId="urn:microsoft.com/office/officeart/2005/8/layout/process5"/>
    <dgm:cxn modelId="{E3F63F8B-CCD0-409D-B014-516E691DF2F2}" type="presOf" srcId="{159DE99B-DBBA-4C9A-8D88-CBFF40F62A1F}" destId="{2AE62140-9112-47BE-A5B7-8A678A5D6649}" srcOrd="0" destOrd="0" presId="urn:microsoft.com/office/officeart/2005/8/layout/process5"/>
    <dgm:cxn modelId="{E9231E9E-B30C-4A71-8E07-9604D80B40FF}" srcId="{8C586C31-1015-4248-864C-C0755495D090}" destId="{E009DA33-1DC3-400B-B378-4B94AAB4B62E}" srcOrd="0" destOrd="0" parTransId="{09858AC3-DC43-4EC7-85D3-169A076FE3EA}" sibTransId="{BE401308-D716-44E9-BA5D-C8E72A609133}"/>
    <dgm:cxn modelId="{490D7EB0-2214-4624-A228-CF8691509A3E}" type="presOf" srcId="{E009DA33-1DC3-400B-B378-4B94AAB4B62E}" destId="{48ED5D19-BD80-4E76-881F-CD8F99FC856B}" srcOrd="0" destOrd="0" presId="urn:microsoft.com/office/officeart/2005/8/layout/process5"/>
    <dgm:cxn modelId="{7DF850B1-D434-4115-BAA8-D9F861FC5589}" type="presOf" srcId="{7D1F2E7B-7307-4F9D-9CE8-A2A0A8384DB2}" destId="{417E667A-377A-4315-8735-BE86802D6063}" srcOrd="1" destOrd="0" presId="urn:microsoft.com/office/officeart/2005/8/layout/process5"/>
    <dgm:cxn modelId="{478274C2-4DB3-43FC-8DA9-612420F67859}" type="presOf" srcId="{CCD57104-2BA5-4DF5-A528-011F4F61BBCA}" destId="{C1C94F3C-F9BD-4649-832B-551852D96207}" srcOrd="0" destOrd="0" presId="urn:microsoft.com/office/officeart/2005/8/layout/process5"/>
    <dgm:cxn modelId="{E98657CD-83DD-43A1-909E-8FCA6354DC90}" type="presOf" srcId="{04906ACE-6515-46A8-87F3-3A4B5BD97E2D}" destId="{02C137EF-0C58-4381-99CA-84D12BD14AFA}" srcOrd="0" destOrd="0" presId="urn:microsoft.com/office/officeart/2005/8/layout/process5"/>
    <dgm:cxn modelId="{E4259ED8-92DE-434C-83C2-559FABB721D4}" type="presOf" srcId="{4244BF96-59E4-479A-89CA-B35A3A9D3964}" destId="{63297351-5201-45BE-AEEC-7CD894732111}" srcOrd="0" destOrd="0" presId="urn:microsoft.com/office/officeart/2005/8/layout/process5"/>
    <dgm:cxn modelId="{58F5B2D8-16EA-4F5B-BEBE-FBD51F1F8131}" type="presOf" srcId="{7D1F2E7B-7307-4F9D-9CE8-A2A0A8384DB2}" destId="{A9A2EDC3-7E02-4481-BC99-3A2305204AAF}" srcOrd="0" destOrd="0" presId="urn:microsoft.com/office/officeart/2005/8/layout/process5"/>
    <dgm:cxn modelId="{F9DBB4F1-0012-42BD-B91B-A3E1E35A7797}" srcId="{8C586C31-1015-4248-864C-C0755495D090}" destId="{E8B4EA7A-70AC-4F72-BFCA-9AA254D5C5E0}" srcOrd="1" destOrd="0" parTransId="{97B0372F-F031-4E76-8D23-B1596D6CD4C5}" sibTransId="{CCD57104-2BA5-4DF5-A528-011F4F61BBCA}"/>
    <dgm:cxn modelId="{ACD003FE-CCF3-4FD1-A603-3B45D857E16C}" srcId="{8C586C31-1015-4248-864C-C0755495D090}" destId="{8EA35913-A7F1-459C-AC5F-016DBAA49FA4}" srcOrd="3" destOrd="0" parTransId="{97E26CD1-8466-4E4C-903A-2ABF252D19B1}" sibTransId="{04906ACE-6515-46A8-87F3-3A4B5BD97E2D}"/>
    <dgm:cxn modelId="{95635BFA-9AB5-412F-BC01-9E0A32CCCE47}" type="presParOf" srcId="{242321F7-AE43-492B-B3E3-596F17CE0BB2}" destId="{48ED5D19-BD80-4E76-881F-CD8F99FC856B}" srcOrd="0" destOrd="0" presId="urn:microsoft.com/office/officeart/2005/8/layout/process5"/>
    <dgm:cxn modelId="{6FA3645F-D399-406E-9B4E-527B1A3DD92B}" type="presParOf" srcId="{242321F7-AE43-492B-B3E3-596F17CE0BB2}" destId="{CB20076E-4E22-469A-B863-0BEE51B313FF}" srcOrd="1" destOrd="0" presId="urn:microsoft.com/office/officeart/2005/8/layout/process5"/>
    <dgm:cxn modelId="{886F733F-E1C3-4BA6-8F06-4452E3F71B14}" type="presParOf" srcId="{CB20076E-4E22-469A-B863-0BEE51B313FF}" destId="{D03B2BEC-B5D8-48EE-ADE8-2BC290EE910F}" srcOrd="0" destOrd="0" presId="urn:microsoft.com/office/officeart/2005/8/layout/process5"/>
    <dgm:cxn modelId="{E78858B3-B587-4684-A0A4-54C93D83E5C0}" type="presParOf" srcId="{242321F7-AE43-492B-B3E3-596F17CE0BB2}" destId="{F5C9AA2F-91FB-4939-AFE6-AE2229ACB9C9}" srcOrd="2" destOrd="0" presId="urn:microsoft.com/office/officeart/2005/8/layout/process5"/>
    <dgm:cxn modelId="{30EBA735-8071-4425-AFEC-2B9386FF99D7}" type="presParOf" srcId="{242321F7-AE43-492B-B3E3-596F17CE0BB2}" destId="{C1C94F3C-F9BD-4649-832B-551852D96207}" srcOrd="3" destOrd="0" presId="urn:microsoft.com/office/officeart/2005/8/layout/process5"/>
    <dgm:cxn modelId="{0D8F3B83-E934-41A1-AFB6-7D4FC1D45DE2}" type="presParOf" srcId="{C1C94F3C-F9BD-4649-832B-551852D96207}" destId="{A443554B-3A85-4098-B1DB-18E8E812D6F2}" srcOrd="0" destOrd="0" presId="urn:microsoft.com/office/officeart/2005/8/layout/process5"/>
    <dgm:cxn modelId="{EF8B1D2D-CB6F-4999-AED3-55F1EDF5EAC2}" type="presParOf" srcId="{242321F7-AE43-492B-B3E3-596F17CE0BB2}" destId="{2AE62140-9112-47BE-A5B7-8A678A5D6649}" srcOrd="4" destOrd="0" presId="urn:microsoft.com/office/officeart/2005/8/layout/process5"/>
    <dgm:cxn modelId="{1AC2983F-5BD2-447D-9A28-197672FF0E62}" type="presParOf" srcId="{242321F7-AE43-492B-B3E3-596F17CE0BB2}" destId="{63297351-5201-45BE-AEEC-7CD894732111}" srcOrd="5" destOrd="0" presId="urn:microsoft.com/office/officeart/2005/8/layout/process5"/>
    <dgm:cxn modelId="{2FE9D214-42C6-441C-9A6E-64C5028D26FD}" type="presParOf" srcId="{63297351-5201-45BE-AEEC-7CD894732111}" destId="{F6CD3B1B-0186-45EE-9507-5B2CCC130956}" srcOrd="0" destOrd="0" presId="urn:microsoft.com/office/officeart/2005/8/layout/process5"/>
    <dgm:cxn modelId="{1939C3F9-6E5B-467C-83FE-520C49A7F465}" type="presParOf" srcId="{242321F7-AE43-492B-B3E3-596F17CE0BB2}" destId="{B9EC4918-BB29-4729-84A6-F6EF532A5ECD}" srcOrd="6" destOrd="0" presId="urn:microsoft.com/office/officeart/2005/8/layout/process5"/>
    <dgm:cxn modelId="{D36DE27C-0374-4507-B75C-320BB01BD0AD}" type="presParOf" srcId="{242321F7-AE43-492B-B3E3-596F17CE0BB2}" destId="{02C137EF-0C58-4381-99CA-84D12BD14AFA}" srcOrd="7" destOrd="0" presId="urn:microsoft.com/office/officeart/2005/8/layout/process5"/>
    <dgm:cxn modelId="{7FA2A8C3-9823-4FED-90EC-8445A120325B}" type="presParOf" srcId="{02C137EF-0C58-4381-99CA-84D12BD14AFA}" destId="{D4E8DECB-9277-45EB-9C69-DFF510D3ADE4}" srcOrd="0" destOrd="0" presId="urn:microsoft.com/office/officeart/2005/8/layout/process5"/>
    <dgm:cxn modelId="{D69487EB-197A-4F55-AEA2-A57A151368E5}" type="presParOf" srcId="{242321F7-AE43-492B-B3E3-596F17CE0BB2}" destId="{965533D7-3EAF-4392-828F-581FABC71608}" srcOrd="8" destOrd="0" presId="urn:microsoft.com/office/officeart/2005/8/layout/process5"/>
    <dgm:cxn modelId="{448EF5B5-326C-4F8B-BE2D-8F42298E5077}" type="presParOf" srcId="{242321F7-AE43-492B-B3E3-596F17CE0BB2}" destId="{A9A2EDC3-7E02-4481-BC99-3A2305204AAF}" srcOrd="9" destOrd="0" presId="urn:microsoft.com/office/officeart/2005/8/layout/process5"/>
    <dgm:cxn modelId="{6B37E553-D2E8-43DD-963D-8849D2EA9CC1}" type="presParOf" srcId="{A9A2EDC3-7E02-4481-BC99-3A2305204AAF}" destId="{417E667A-377A-4315-8735-BE86802D6063}" srcOrd="0" destOrd="0" presId="urn:microsoft.com/office/officeart/2005/8/layout/process5"/>
    <dgm:cxn modelId="{590D70DD-7B1B-47AC-B395-DB365CF591E9}" type="presParOf" srcId="{242321F7-AE43-492B-B3E3-596F17CE0BB2}" destId="{7E344D16-94D6-43A0-A54A-F62345C59492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306F1-D639-4133-9E39-3776484E8886}">
      <dsp:nvSpPr>
        <dsp:cNvPr id="0" name=""/>
        <dsp:cNvSpPr/>
      </dsp:nvSpPr>
      <dsp:spPr>
        <a:xfrm>
          <a:off x="338352" y="0"/>
          <a:ext cx="3834662" cy="3315570"/>
        </a:xfrm>
        <a:prstGeom prst="right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53A50F-7D62-408F-B8C8-16C383EAD4C9}">
      <dsp:nvSpPr>
        <dsp:cNvPr id="0" name=""/>
        <dsp:cNvSpPr/>
      </dsp:nvSpPr>
      <dsp:spPr>
        <a:xfrm>
          <a:off x="4846" y="994671"/>
          <a:ext cx="1452096" cy="1326228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>
              <a:solidFill>
                <a:schemeClr val="tx2">
                  <a:lumMod val="50000"/>
                </a:schemeClr>
              </a:solidFill>
            </a:rPr>
            <a:t>(</a:t>
          </a:r>
          <a:r>
            <a:rPr lang="en-IN" sz="2100" kern="1200" dirty="0" err="1">
              <a:solidFill>
                <a:schemeClr val="tx2">
                  <a:lumMod val="50000"/>
                </a:schemeClr>
              </a:solidFill>
            </a:rPr>
            <a:t>rx</a:t>
          </a:r>
          <a:r>
            <a:rPr lang="en-IN" sz="2100" kern="1200" dirty="0">
              <a:solidFill>
                <a:schemeClr val="tx2">
                  <a:lumMod val="50000"/>
                </a:schemeClr>
              </a:solidFill>
            </a:rPr>
            <a:t>, </a:t>
          </a:r>
          <a:r>
            <a:rPr lang="en-IN" sz="2100" kern="1200" dirty="0" err="1">
              <a:solidFill>
                <a:schemeClr val="tx2">
                  <a:lumMod val="50000"/>
                </a:schemeClr>
              </a:solidFill>
            </a:rPr>
            <a:t>ryr</a:t>
          </a:r>
          <a:r>
            <a:rPr lang="en-IN" sz="2100" kern="1200" dirty="0">
              <a:solidFill>
                <a:schemeClr val="tx2">
                  <a:lumMod val="50000"/>
                </a:schemeClr>
              </a:solidFill>
            </a:rPr>
            <a:t>)</a:t>
          </a:r>
        </a:p>
      </dsp:txBody>
      <dsp:txXfrm>
        <a:off x="69587" y="1059412"/>
        <a:ext cx="1322614" cy="1196746"/>
      </dsp:txXfrm>
    </dsp:sp>
    <dsp:sp modelId="{64BFADCB-BA7D-4083-AD81-B9A7459A5B2B}">
      <dsp:nvSpPr>
        <dsp:cNvPr id="0" name=""/>
        <dsp:cNvSpPr/>
      </dsp:nvSpPr>
      <dsp:spPr>
        <a:xfrm>
          <a:off x="1529635" y="994671"/>
          <a:ext cx="1452096" cy="1326228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>
              <a:solidFill>
                <a:schemeClr val="tx2">
                  <a:lumMod val="50000"/>
                </a:schemeClr>
              </a:solidFill>
            </a:rPr>
            <a:t>LS-DYNA Simulation</a:t>
          </a:r>
        </a:p>
      </dsp:txBody>
      <dsp:txXfrm>
        <a:off x="1594376" y="1059412"/>
        <a:ext cx="1322614" cy="1196746"/>
      </dsp:txXfrm>
    </dsp:sp>
    <dsp:sp modelId="{7D806F5B-85FB-490B-B4D5-0ADF0A7B4C08}">
      <dsp:nvSpPr>
        <dsp:cNvPr id="0" name=""/>
        <dsp:cNvSpPr/>
      </dsp:nvSpPr>
      <dsp:spPr>
        <a:xfrm>
          <a:off x="3054425" y="994671"/>
          <a:ext cx="1452096" cy="1326228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tx2">
                  <a:lumMod val="50000"/>
                </a:schemeClr>
              </a:solidFill>
            </a:rPr>
            <a:t>Final Angle </a:t>
          </a:r>
        </a:p>
      </dsp:txBody>
      <dsp:txXfrm>
        <a:off x="3119166" y="1059412"/>
        <a:ext cx="1322614" cy="11967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3C3442-6D42-445C-9FD9-AD2BEFF441AC}">
      <dsp:nvSpPr>
        <dsp:cNvPr id="0" name=""/>
        <dsp:cNvSpPr/>
      </dsp:nvSpPr>
      <dsp:spPr>
        <a:xfrm>
          <a:off x="1315" y="745684"/>
          <a:ext cx="1602136" cy="640854"/>
        </a:xfrm>
        <a:prstGeom prst="chevron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/>
            <a:t>θ_</a:t>
          </a:r>
          <a:r>
            <a:rPr lang="en-IN" sz="1900" kern="1200" dirty="0"/>
            <a:t>target </a:t>
          </a:r>
        </a:p>
      </dsp:txBody>
      <dsp:txXfrm>
        <a:off x="321742" y="745684"/>
        <a:ext cx="961282" cy="640854"/>
      </dsp:txXfrm>
    </dsp:sp>
    <dsp:sp modelId="{8B9B17E6-9E5C-4AB7-AA52-42419233A9CD}">
      <dsp:nvSpPr>
        <dsp:cNvPr id="0" name=""/>
        <dsp:cNvSpPr/>
      </dsp:nvSpPr>
      <dsp:spPr>
        <a:xfrm>
          <a:off x="1443237" y="745684"/>
          <a:ext cx="1602136" cy="640854"/>
        </a:xfrm>
        <a:prstGeom prst="chevron">
          <a:avLst/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ML Model</a:t>
          </a:r>
        </a:p>
      </dsp:txBody>
      <dsp:txXfrm>
        <a:off x="1763664" y="745684"/>
        <a:ext cx="961282" cy="640854"/>
      </dsp:txXfrm>
    </dsp:sp>
    <dsp:sp modelId="{99E4D395-8597-4E0C-B657-9BF309373EE8}">
      <dsp:nvSpPr>
        <dsp:cNvPr id="0" name=""/>
        <dsp:cNvSpPr/>
      </dsp:nvSpPr>
      <dsp:spPr>
        <a:xfrm>
          <a:off x="2885159" y="745684"/>
          <a:ext cx="1602136" cy="640854"/>
        </a:xfrm>
        <a:prstGeom prst="chevron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 err="1"/>
            <a:t>ryr</a:t>
          </a:r>
          <a:endParaRPr lang="en-IN" sz="1900" kern="1200" dirty="0"/>
        </a:p>
      </dsp:txBody>
      <dsp:txXfrm>
        <a:off x="3205586" y="745684"/>
        <a:ext cx="961282" cy="6408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3C3442-6D42-445C-9FD9-AD2BEFF441AC}">
      <dsp:nvSpPr>
        <dsp:cNvPr id="0" name=""/>
        <dsp:cNvSpPr/>
      </dsp:nvSpPr>
      <dsp:spPr>
        <a:xfrm>
          <a:off x="3027" y="134995"/>
          <a:ext cx="1809657" cy="723863"/>
        </a:xfrm>
        <a:prstGeom prst="chevron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(</a:t>
          </a:r>
          <a:r>
            <a:rPr lang="en-IN" sz="2400" kern="1200" dirty="0" err="1"/>
            <a:t>rx</a:t>
          </a:r>
          <a:r>
            <a:rPr lang="en-IN" sz="2400" kern="1200" dirty="0"/>
            <a:t>, </a:t>
          </a:r>
          <a:r>
            <a:rPr lang="en-IN" sz="2400" kern="1200" dirty="0" err="1"/>
            <a:t>ryr</a:t>
          </a:r>
          <a:r>
            <a:rPr lang="en-IN" sz="2400" kern="1200" dirty="0"/>
            <a:t>)</a:t>
          </a:r>
        </a:p>
      </dsp:txBody>
      <dsp:txXfrm>
        <a:off x="364959" y="134995"/>
        <a:ext cx="1085794" cy="723863"/>
      </dsp:txXfrm>
    </dsp:sp>
    <dsp:sp modelId="{8B9B17E6-9E5C-4AB7-AA52-42419233A9CD}">
      <dsp:nvSpPr>
        <dsp:cNvPr id="0" name=""/>
        <dsp:cNvSpPr/>
      </dsp:nvSpPr>
      <dsp:spPr>
        <a:xfrm>
          <a:off x="1631719" y="134995"/>
          <a:ext cx="1809657" cy="723863"/>
        </a:xfrm>
        <a:prstGeom prst="chevron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kern="1200" dirty="0"/>
            <a:t>θ</a:t>
          </a:r>
          <a:endParaRPr lang="en-IN" sz="2400" kern="1200" dirty="0"/>
        </a:p>
      </dsp:txBody>
      <dsp:txXfrm>
        <a:off x="1993651" y="134995"/>
        <a:ext cx="1085794" cy="7238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BA557-EEC7-4B3B-874F-F859B0F7FCA7}">
      <dsp:nvSpPr>
        <dsp:cNvPr id="0" name=""/>
        <dsp:cNvSpPr/>
      </dsp:nvSpPr>
      <dsp:spPr>
        <a:xfrm>
          <a:off x="3035272" y="492"/>
          <a:ext cx="1342977" cy="1342977"/>
        </a:xfrm>
        <a:prstGeom prst="ellipse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Target Angle</a:t>
          </a:r>
        </a:p>
      </dsp:txBody>
      <dsp:txXfrm>
        <a:off x="3231946" y="197166"/>
        <a:ext cx="949629" cy="949629"/>
      </dsp:txXfrm>
    </dsp:sp>
    <dsp:sp modelId="{5994C9A3-0281-4E3C-BC84-855FA149B054}">
      <dsp:nvSpPr>
        <dsp:cNvPr id="0" name=""/>
        <dsp:cNvSpPr/>
      </dsp:nvSpPr>
      <dsp:spPr>
        <a:xfrm rot="2160000">
          <a:off x="4335613" y="1031641"/>
          <a:ext cx="356208" cy="4532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45817" y="1090886"/>
        <a:ext cx="249346" cy="271952"/>
      </dsp:txXfrm>
    </dsp:sp>
    <dsp:sp modelId="{407124A9-35B8-4007-B120-9AFA345DC5E2}">
      <dsp:nvSpPr>
        <dsp:cNvPr id="0" name=""/>
        <dsp:cNvSpPr/>
      </dsp:nvSpPr>
      <dsp:spPr>
        <a:xfrm>
          <a:off x="4665498" y="1184920"/>
          <a:ext cx="1342977" cy="1342977"/>
        </a:xfrm>
        <a:prstGeom prst="ellipse">
          <a:avLst/>
        </a:prstGeom>
        <a:solidFill>
          <a:schemeClr val="accent6">
            <a:shade val="80000"/>
            <a:hueOff val="80320"/>
            <a:satOff val="-3227"/>
            <a:lumOff val="6907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Inverse_model.py</a:t>
          </a:r>
        </a:p>
      </dsp:txBody>
      <dsp:txXfrm>
        <a:off x="4862172" y="1381594"/>
        <a:ext cx="949629" cy="949629"/>
      </dsp:txXfrm>
    </dsp:sp>
    <dsp:sp modelId="{F76ED9AB-62C5-45C2-B1BA-EAC4F24C9FAB}">
      <dsp:nvSpPr>
        <dsp:cNvPr id="0" name=""/>
        <dsp:cNvSpPr/>
      </dsp:nvSpPr>
      <dsp:spPr>
        <a:xfrm rot="6480000">
          <a:off x="4850652" y="2578415"/>
          <a:ext cx="356208" cy="4532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80347"/>
            <a:satOff val="-3163"/>
            <a:lumOff val="6296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4920594" y="2618250"/>
        <a:ext cx="249346" cy="271952"/>
      </dsp:txXfrm>
    </dsp:sp>
    <dsp:sp modelId="{96CFCFB9-6A7C-45AE-8E74-EA422A957E39}">
      <dsp:nvSpPr>
        <dsp:cNvPr id="0" name=""/>
        <dsp:cNvSpPr/>
      </dsp:nvSpPr>
      <dsp:spPr>
        <a:xfrm>
          <a:off x="4042807" y="3101364"/>
          <a:ext cx="1342977" cy="1342977"/>
        </a:xfrm>
        <a:prstGeom prst="ellipse">
          <a:avLst/>
        </a:prstGeom>
        <a:solidFill>
          <a:schemeClr val="accent6">
            <a:shade val="80000"/>
            <a:hueOff val="160640"/>
            <a:satOff val="-6455"/>
            <a:lumOff val="13814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Predicted </a:t>
          </a:r>
          <a:r>
            <a:rPr lang="en-IN" sz="18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ryr</a:t>
          </a:r>
          <a:endParaRPr lang="en-IN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39481" y="3298038"/>
        <a:ext cx="949629" cy="949629"/>
      </dsp:txXfrm>
    </dsp:sp>
    <dsp:sp modelId="{8CF0C923-2C7E-41C0-BC67-69FBC41BB506}">
      <dsp:nvSpPr>
        <dsp:cNvPr id="0" name=""/>
        <dsp:cNvSpPr/>
      </dsp:nvSpPr>
      <dsp:spPr>
        <a:xfrm rot="10800000">
          <a:off x="3538738" y="3546225"/>
          <a:ext cx="356208" cy="4532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160693"/>
            <a:satOff val="-6326"/>
            <a:lumOff val="12592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3645600" y="3636876"/>
        <a:ext cx="249346" cy="271952"/>
      </dsp:txXfrm>
    </dsp:sp>
    <dsp:sp modelId="{88FE65A4-5952-41DF-97A9-FFC9F95B76F5}">
      <dsp:nvSpPr>
        <dsp:cNvPr id="0" name=""/>
        <dsp:cNvSpPr/>
      </dsp:nvSpPr>
      <dsp:spPr>
        <a:xfrm>
          <a:off x="2027738" y="3101364"/>
          <a:ext cx="1342977" cy="1342977"/>
        </a:xfrm>
        <a:prstGeom prst="ellipse">
          <a:avLst/>
        </a:prstGeom>
        <a:solidFill>
          <a:schemeClr val="accent6">
            <a:shade val="80000"/>
            <a:hueOff val="240960"/>
            <a:satOff val="-9682"/>
            <a:lumOff val="20721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LS-DYNA Parameter File</a:t>
          </a:r>
        </a:p>
      </dsp:txBody>
      <dsp:txXfrm>
        <a:off x="2224412" y="3298038"/>
        <a:ext cx="949629" cy="949629"/>
      </dsp:txXfrm>
    </dsp:sp>
    <dsp:sp modelId="{D74F78E8-6BF4-44FF-8B21-0D25F4B213A5}">
      <dsp:nvSpPr>
        <dsp:cNvPr id="0" name=""/>
        <dsp:cNvSpPr/>
      </dsp:nvSpPr>
      <dsp:spPr>
        <a:xfrm rot="15120000">
          <a:off x="2212892" y="2597591"/>
          <a:ext cx="356208" cy="4532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241040"/>
            <a:satOff val="-9490"/>
            <a:lumOff val="18887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282834" y="2739058"/>
        <a:ext cx="249346" cy="271952"/>
      </dsp:txXfrm>
    </dsp:sp>
    <dsp:sp modelId="{B3E3991F-DCD1-48D0-8782-0A614C6A05BC}">
      <dsp:nvSpPr>
        <dsp:cNvPr id="0" name=""/>
        <dsp:cNvSpPr/>
      </dsp:nvSpPr>
      <dsp:spPr>
        <a:xfrm>
          <a:off x="1405047" y="1184920"/>
          <a:ext cx="1342977" cy="1342977"/>
        </a:xfrm>
        <a:prstGeom prst="ellipse">
          <a:avLst/>
        </a:prstGeom>
        <a:solidFill>
          <a:schemeClr val="accent6">
            <a:shade val="80000"/>
            <a:hueOff val="321280"/>
            <a:satOff val="-12909"/>
            <a:lumOff val="27628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Validated Final Geometry</a:t>
          </a:r>
        </a:p>
      </dsp:txBody>
      <dsp:txXfrm>
        <a:off x="1601721" y="1381594"/>
        <a:ext cx="949629" cy="949629"/>
      </dsp:txXfrm>
    </dsp:sp>
    <dsp:sp modelId="{314CC0E5-A24F-423F-9C2D-A1CF303F2558}">
      <dsp:nvSpPr>
        <dsp:cNvPr id="0" name=""/>
        <dsp:cNvSpPr/>
      </dsp:nvSpPr>
      <dsp:spPr>
        <a:xfrm rot="2160000" flipH="1">
          <a:off x="7324615" y="4287327"/>
          <a:ext cx="177815" cy="315012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  <a:scene3d>
          <a:camera prst="orthographicFront"/>
          <a:lightRig rig="chilly" dir="t"/>
        </a:scene3d>
        <a:sp3d z="-70000" extrusionH="17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72865" y="4366006"/>
        <a:ext cx="124471" cy="1890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ED5D19-BD80-4E76-881F-CD8F99FC856B}">
      <dsp:nvSpPr>
        <dsp:cNvPr id="0" name=""/>
        <dsp:cNvSpPr/>
      </dsp:nvSpPr>
      <dsp:spPr>
        <a:xfrm>
          <a:off x="7751" y="441103"/>
          <a:ext cx="2316850" cy="139011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  <a:hlinkClick xmlns:r="http://schemas.openxmlformats.org/officeDocument/2006/relationships" r:id="rId1"/>
            </a:rPr>
            <a:t>User Input (UI)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48466" y="481818"/>
        <a:ext cx="2235420" cy="1308680"/>
      </dsp:txXfrm>
    </dsp:sp>
    <dsp:sp modelId="{CB20076E-4E22-469A-B863-0BEE51B313FF}">
      <dsp:nvSpPr>
        <dsp:cNvPr id="0" name=""/>
        <dsp:cNvSpPr/>
      </dsp:nvSpPr>
      <dsp:spPr>
        <a:xfrm>
          <a:off x="2528484" y="848869"/>
          <a:ext cx="491172" cy="5745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>
            <a:solidFill>
              <a:schemeClr val="tx1"/>
            </a:solidFill>
          </a:endParaRPr>
        </a:p>
      </dsp:txBody>
      <dsp:txXfrm>
        <a:off x="2528484" y="963785"/>
        <a:ext cx="343820" cy="344746"/>
      </dsp:txXfrm>
    </dsp:sp>
    <dsp:sp modelId="{F5C9AA2F-91FB-4939-AFE6-AE2229ACB9C9}">
      <dsp:nvSpPr>
        <dsp:cNvPr id="0" name=""/>
        <dsp:cNvSpPr/>
      </dsp:nvSpPr>
      <dsp:spPr>
        <a:xfrm>
          <a:off x="3251342" y="441103"/>
          <a:ext cx="2316850" cy="139011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8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  <a:hlinkClick xmlns:r="http://schemas.openxmlformats.org/officeDocument/2006/relationships" r:id="rId2"/>
            </a:rPr>
            <a:t>app.py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3292057" y="481818"/>
        <a:ext cx="2235420" cy="1308680"/>
      </dsp:txXfrm>
    </dsp:sp>
    <dsp:sp modelId="{C1C94F3C-F9BD-4649-832B-551852D96207}">
      <dsp:nvSpPr>
        <dsp:cNvPr id="0" name=""/>
        <dsp:cNvSpPr/>
      </dsp:nvSpPr>
      <dsp:spPr>
        <a:xfrm>
          <a:off x="5772075" y="848869"/>
          <a:ext cx="491172" cy="5745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94967"/>
            <a:satOff val="-3793"/>
            <a:lumOff val="8798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>
            <a:solidFill>
              <a:schemeClr val="tx1"/>
            </a:solidFill>
          </a:endParaRPr>
        </a:p>
      </dsp:txBody>
      <dsp:txXfrm>
        <a:off x="5772075" y="963785"/>
        <a:ext cx="343820" cy="344746"/>
      </dsp:txXfrm>
    </dsp:sp>
    <dsp:sp modelId="{2AE62140-9112-47BE-A5B7-8A678A5D6649}">
      <dsp:nvSpPr>
        <dsp:cNvPr id="0" name=""/>
        <dsp:cNvSpPr/>
      </dsp:nvSpPr>
      <dsp:spPr>
        <a:xfrm>
          <a:off x="6494932" y="441103"/>
          <a:ext cx="2316850" cy="139011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16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  <a:hlinkClick xmlns:r="http://schemas.openxmlformats.org/officeDocument/2006/relationships" r:id="rId3"/>
            </a:rPr>
            <a:t>Inverse_model.py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6535647" y="481818"/>
        <a:ext cx="2235420" cy="1308680"/>
      </dsp:txXfrm>
    </dsp:sp>
    <dsp:sp modelId="{63297351-5201-45BE-AEEC-7CD894732111}">
      <dsp:nvSpPr>
        <dsp:cNvPr id="0" name=""/>
        <dsp:cNvSpPr/>
      </dsp:nvSpPr>
      <dsp:spPr>
        <a:xfrm rot="5400000">
          <a:off x="7407772" y="1993393"/>
          <a:ext cx="491172" cy="5745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189935"/>
            <a:satOff val="-7587"/>
            <a:lumOff val="17596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>
            <a:solidFill>
              <a:schemeClr val="tx1"/>
            </a:solidFill>
          </a:endParaRPr>
        </a:p>
      </dsp:txBody>
      <dsp:txXfrm rot="-5400000">
        <a:off x="7480985" y="2035096"/>
        <a:ext cx="344746" cy="343820"/>
      </dsp:txXfrm>
    </dsp:sp>
    <dsp:sp modelId="{B9EC4918-BB29-4729-84A6-F6EF532A5ECD}">
      <dsp:nvSpPr>
        <dsp:cNvPr id="0" name=""/>
        <dsp:cNvSpPr/>
      </dsp:nvSpPr>
      <dsp:spPr>
        <a:xfrm>
          <a:off x="6494932" y="2757954"/>
          <a:ext cx="2316850" cy="139011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24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  <a:hlinkClick xmlns:r="http://schemas.openxmlformats.org/officeDocument/2006/relationships" r:id="rId4"/>
            </a:rPr>
            <a:t>Springback_model.py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6535647" y="2798669"/>
        <a:ext cx="2235420" cy="1308680"/>
      </dsp:txXfrm>
    </dsp:sp>
    <dsp:sp modelId="{02C137EF-0C58-4381-99CA-84D12BD14AFA}">
      <dsp:nvSpPr>
        <dsp:cNvPr id="0" name=""/>
        <dsp:cNvSpPr/>
      </dsp:nvSpPr>
      <dsp:spPr>
        <a:xfrm rot="10800000">
          <a:off x="5799877" y="3165719"/>
          <a:ext cx="491172" cy="5745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284902"/>
            <a:satOff val="-11380"/>
            <a:lumOff val="2639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>
            <a:solidFill>
              <a:schemeClr val="tx1"/>
            </a:solidFill>
          </a:endParaRPr>
        </a:p>
      </dsp:txBody>
      <dsp:txXfrm rot="10800000">
        <a:off x="5947229" y="3280635"/>
        <a:ext cx="343820" cy="344746"/>
      </dsp:txXfrm>
    </dsp:sp>
    <dsp:sp modelId="{965533D7-3EAF-4392-828F-581FABC71608}">
      <dsp:nvSpPr>
        <dsp:cNvPr id="0" name=""/>
        <dsp:cNvSpPr/>
      </dsp:nvSpPr>
      <dsp:spPr>
        <a:xfrm>
          <a:off x="3251342" y="2757954"/>
          <a:ext cx="2316850" cy="139011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32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Toolpath Generator</a:t>
          </a:r>
        </a:p>
      </dsp:txBody>
      <dsp:txXfrm>
        <a:off x="3292057" y="2798669"/>
        <a:ext cx="2235420" cy="1308680"/>
      </dsp:txXfrm>
    </dsp:sp>
    <dsp:sp modelId="{A9A2EDC3-7E02-4481-BC99-3A2305204AAF}">
      <dsp:nvSpPr>
        <dsp:cNvPr id="0" name=""/>
        <dsp:cNvSpPr/>
      </dsp:nvSpPr>
      <dsp:spPr>
        <a:xfrm rot="10800000">
          <a:off x="2556287" y="3165719"/>
          <a:ext cx="491172" cy="5745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379870"/>
            <a:satOff val="-15173"/>
            <a:lumOff val="35191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>
            <a:solidFill>
              <a:schemeClr val="tx1"/>
            </a:solidFill>
          </a:endParaRPr>
        </a:p>
      </dsp:txBody>
      <dsp:txXfrm rot="10800000">
        <a:off x="2703639" y="3280635"/>
        <a:ext cx="343820" cy="344746"/>
      </dsp:txXfrm>
    </dsp:sp>
    <dsp:sp modelId="{7E344D16-94D6-43A0-A54A-F62345C59492}">
      <dsp:nvSpPr>
        <dsp:cNvPr id="0" name=""/>
        <dsp:cNvSpPr/>
      </dsp:nvSpPr>
      <dsp:spPr>
        <a:xfrm>
          <a:off x="7751" y="2757954"/>
          <a:ext cx="2316850" cy="139011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Visualization + CSV + Summary Report</a:t>
          </a:r>
        </a:p>
      </dsp:txBody>
      <dsp:txXfrm>
        <a:off x="48466" y="2798669"/>
        <a:ext cx="2235420" cy="1308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C083-A6B4-BF3C-0E26-170D03F2F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980C6-689D-26FB-421F-B8914F966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8E3EA-91FD-ACDA-6557-698DF51F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C4C1-5493-4E0F-BBE0-5536A2D862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95037-A0A6-E2D6-7B07-E0896C85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8AFD2-8D75-C106-15A2-89BBD9A3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5863-BDF5-44D0-B401-EE16B8B9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9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F7275-72BC-B75B-D67A-C1B69261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9CD96-2058-78FB-8D85-38A5A37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1CDD9-8FA0-F171-0C81-333682ED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C4C1-5493-4E0F-BBE0-5536A2D862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0E65B-0A30-29AF-1D48-2B34A20E5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3610F-562A-86ED-4D78-0909970E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5863-BDF5-44D0-B401-EE16B8B9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76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1EAE-A1CE-71FB-A81D-655801C4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F02AC-9A3D-1E91-3436-0D6220A4C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8D8C0-E9AC-345C-2063-82565DD7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C4C1-5493-4E0F-BBE0-5536A2D862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D5599-4E31-6C3C-657D-D189AC370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45F02-393F-C8F7-36D0-B9C0BC26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5863-BDF5-44D0-B401-EE16B8B9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783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5D619-DFAA-B181-6C5D-44B46587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2428A-3693-DCC0-C9D2-4C0508C516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93A1D-1E02-9F5A-FDF1-3BC50EF7A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7CC65-337B-A344-168A-B88E6CB7B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C4C1-5493-4E0F-BBE0-5536A2D862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D0DB5-2042-5BC8-6EA4-6B271F8A9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6DD0F-D392-0AEE-47D5-E72399E6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5863-BDF5-44D0-B401-EE16B8B9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572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6ADE1-F23D-32A6-5FA8-F83ECCB1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C0938-75DD-47B1-A138-55ADDC35C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31D24-B996-E364-2C65-97C8AD6C3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4C6D3-053B-E2A5-AB26-0695FBBD2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9F2969-BF5D-4D77-8675-75E505546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859AB0-6A7C-4526-189D-F6C60AC5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C4C1-5493-4E0F-BBE0-5536A2D862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C14FA-B3E2-66EF-B002-78207F63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ECA0C9-4A2D-8DC3-B1A6-AF4A9AA1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5863-BDF5-44D0-B401-EE16B8B9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23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03D5-6BD7-D192-9751-E86103C4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5171D-259C-03C1-AB20-CFEFE223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C4C1-5493-4E0F-BBE0-5536A2D862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989948-4B4A-20F9-A64B-D5B8FFDBF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42C65-8F43-9480-FF8E-633B02B4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5863-BDF5-44D0-B401-EE16B8B9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12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5633C-2A2C-325A-C5E5-14CA52D37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C4C1-5493-4E0F-BBE0-5536A2D862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E4A4E9-0CD9-3D89-C035-9ACEDC199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45AA3-AD46-256C-EA50-42D6D6AA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5863-BDF5-44D0-B401-EE16B8B9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214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43F1B-8758-1A4D-4262-5C8E0297A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31EDD-610F-2964-74B8-3BA7C793E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A6362-09A6-5E43-D7EE-8AE8B5C3A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351E4-742F-9B61-4C4A-DD6EDBF2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C4C1-5493-4E0F-BBE0-5536A2D862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DF7BB-E98D-420E-BC20-4D7C94CD4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0AE4E-C4FE-1DFA-6328-C2830776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5863-BDF5-44D0-B401-EE16B8B9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00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1710-37DD-5121-6097-7500935E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EDE76A-0BBC-A576-1A95-B491253179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FD27B-790B-DADA-7C40-7CDC40FBC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818D4-96A8-DF2C-BF6D-1724415DC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C4C1-5493-4E0F-BBE0-5536A2D862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FF2A9-1BE6-A0EF-3601-66E970391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7069B-81E0-023F-B067-24B38122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5863-BDF5-44D0-B401-EE16B8B9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743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FFBF1-1992-0DB6-B04A-41795B682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F09AE-A391-26B7-B669-E2A8772AB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AFBF9-052E-EAB5-F493-A09FC6D0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C4C1-5493-4E0F-BBE0-5536A2D862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BDC2D-36EF-E3DF-BF7D-A647A0104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8127D-EE06-1736-AEC3-3935BEFE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5863-BDF5-44D0-B401-EE16B8B9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469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4F6775-3B51-8231-D3BA-DD46C5F8C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90931-BF14-7255-E7C0-C30959B1A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90DD1-54AE-6032-CE43-22F8F4DE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C4C1-5493-4E0F-BBE0-5536A2D862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3DC31-25A8-BA1E-D516-58F22B1BA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1AA3B-A526-3070-EFC3-A42095E8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5863-BDF5-44D0-B401-EE16B8B9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461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A13BDB-03AB-8388-070A-5D968E98E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D7A5C-8089-123F-96EA-0F906CFAC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B94B2-75BF-C88E-941F-A7BC8F07C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9C4C1-5493-4E0F-BBE0-5536A2D862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B3FF3-DFF1-715F-4224-E1A274BBD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8B2A-4B43-B6A7-47CE-B3A45D2DE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55863-BDF5-44D0-B401-EE16B8B91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80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rya-Ladybug/ML-Sheet-Metal-Bending/blob/ae2af2a0a700a63af440d829c42ad5175edceb48/tools/angle_radius_measuring.p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github.com/Surya-Ladybug/ML-Sheet-Metal-Bending/tree/ae2af2a0a700a63af440d829c42ad5175edceb48/models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rya-Ladybug/ML-Sheet-Metal-Bending/blob/ae2af2a0a700a63af440d829c42ad5175edceb48/models/inverse_model.p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rya-Ladybug/ML-Sheet-Metal-Bending/blob/ae2af2a0a700a63af440d829c42ad5175edceb48/models/inverse_model.p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l-sheet-metal-bending.streamlit.app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8D99-60FE-A211-8468-759841C0C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443" y="1205130"/>
            <a:ext cx="10643731" cy="1000266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Smart Tool for Robot-Bending Calibrated with FEM</a:t>
            </a:r>
            <a:br>
              <a:rPr lang="en-US" sz="2800" b="1" dirty="0"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</a:br>
            <a:br>
              <a:rPr lang="en-US" sz="2800" b="1" dirty="0"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(by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ML-assisted path correction with a web-based interface for process control</a:t>
            </a:r>
            <a:r>
              <a:rPr lang="en-US" sz="2000" dirty="0"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E4065-B402-D741-A972-5CFEEE73C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C49ED2-6B2B-4615-10E0-5A142FBEF507}"/>
              </a:ext>
            </a:extLst>
          </p:cNvPr>
          <p:cNvSpPr txBox="1"/>
          <p:nvPr/>
        </p:nvSpPr>
        <p:spPr>
          <a:xfrm>
            <a:off x="336443" y="6253754"/>
            <a:ext cx="7786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0076C-04C8-EEEF-2972-450C5F8C4A3D}"/>
              </a:ext>
            </a:extLst>
          </p:cNvPr>
          <p:cNvSpPr/>
          <p:nvPr/>
        </p:nvSpPr>
        <p:spPr>
          <a:xfrm>
            <a:off x="11277600" y="142581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AC807-F6BE-5B1F-5566-1B9D913211B0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C5792-C7F5-EF4F-0B3A-C190C9E4EDB1}"/>
              </a:ext>
            </a:extLst>
          </p:cNvPr>
          <p:cNvSpPr txBox="1"/>
          <p:nvPr/>
        </p:nvSpPr>
        <p:spPr>
          <a:xfrm>
            <a:off x="7483877" y="3367212"/>
            <a:ext cx="3645009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Under the guidance of: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Prof. Dr. Johannes Buhl</a:t>
            </a:r>
            <a:br>
              <a:rPr lang="en-US" sz="1600" b="1" dirty="0"/>
            </a:br>
            <a:r>
              <a:rPr lang="en-US" sz="1600" b="1" dirty="0"/>
              <a:t>Prof. Johannes </a:t>
            </a:r>
            <a:r>
              <a:rPr lang="en-US" sz="1600" b="1" dirty="0" err="1"/>
              <a:t>Pusicha</a:t>
            </a:r>
            <a:r>
              <a:rPr lang="en-US" sz="1600" b="1" dirty="0"/>
              <a:t>, M.Sc.</a:t>
            </a:r>
            <a:endParaRPr lang="en-IN" sz="1600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855E547-72FF-C190-424E-B2864B636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810045"/>
              </p:ext>
            </p:extLst>
          </p:nvPr>
        </p:nvGraphicFramePr>
        <p:xfrm>
          <a:off x="874751" y="3005110"/>
          <a:ext cx="5911230" cy="20313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3685">
                  <a:extLst>
                    <a:ext uri="{9D8B030D-6E8A-4147-A177-3AD203B41FA5}">
                      <a16:colId xmlns:a16="http://schemas.microsoft.com/office/drawing/2014/main" val="305568509"/>
                    </a:ext>
                  </a:extLst>
                </a:gridCol>
                <a:gridCol w="2267545">
                  <a:extLst>
                    <a:ext uri="{9D8B030D-6E8A-4147-A177-3AD203B41FA5}">
                      <a16:colId xmlns:a16="http://schemas.microsoft.com/office/drawing/2014/main" val="2701019822"/>
                    </a:ext>
                  </a:extLst>
                </a:gridCol>
              </a:tblGrid>
              <a:tr h="338554">
                <a:tc>
                  <a:txBody>
                    <a:bodyPr/>
                    <a:lstStyle/>
                    <a:p>
                      <a:r>
                        <a:rPr lang="en-IN" sz="1600" b="1" dirty="0"/>
                        <a:t>Team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Matriculation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839739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Arshen Joseph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605556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16872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Aryan Dinanath Gokhale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605555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77098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Mohammed </a:t>
                      </a:r>
                      <a:r>
                        <a:rPr lang="en-IN" sz="1400" dirty="0" err="1"/>
                        <a:t>Shazin</a:t>
                      </a:r>
                      <a:r>
                        <a:rPr lang="en-IN" sz="1400" dirty="0"/>
                        <a:t> Vidyanagar </a:t>
                      </a:r>
                      <a:r>
                        <a:rPr lang="en-IN" sz="1400" dirty="0" err="1"/>
                        <a:t>Fazalrahiman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605637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471267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Surya Nataraj Murugesan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605528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88335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Varun Pankaj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605456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07921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3564E78-F93B-C24D-21A1-8136A386BB1D}"/>
              </a:ext>
            </a:extLst>
          </p:cNvPr>
          <p:cNvSpPr txBox="1"/>
          <p:nvPr/>
        </p:nvSpPr>
        <p:spPr>
          <a:xfrm>
            <a:off x="7483876" y="4660613"/>
            <a:ext cx="3645009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Date of Submission</a:t>
            </a:r>
            <a:r>
              <a:rPr lang="en-US" sz="1400" b="1" dirty="0"/>
              <a:t>: 15-02-2026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389932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D19AC-874F-9178-9819-29DE32DE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4678-80F5-3689-C264-757052170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0754"/>
            <a:ext cx="9144000" cy="894734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34AFAE-246C-0D6A-3B68-15D1437A8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77B20-E2FD-2250-8AD1-92C3A8EC714B}"/>
              </a:ext>
            </a:extLst>
          </p:cNvPr>
          <p:cNvSpPr txBox="1"/>
          <p:nvPr/>
        </p:nvSpPr>
        <p:spPr>
          <a:xfrm>
            <a:off x="336443" y="6253754"/>
            <a:ext cx="7786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7382E6-7074-C9CF-AD48-95C20AC3A4BD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3F65E-D60E-FD54-A476-3938ED02E1B0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F2EA0C-8EB4-0FCF-329B-77AE48AF5B83}"/>
              </a:ext>
            </a:extLst>
          </p:cNvPr>
          <p:cNvSpPr txBox="1"/>
          <p:nvPr/>
        </p:nvSpPr>
        <p:spPr>
          <a:xfrm>
            <a:off x="336443" y="1839839"/>
            <a:ext cx="5189285" cy="307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bend angle ≠ applied tool rotation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 recovery (springback) alters geometry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Trial-and-error tuning inefficient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calibrated relationship between tool motion and final angle</a:t>
            </a:r>
          </a:p>
        </p:txBody>
      </p:sp>
      <p:pic>
        <p:nvPicPr>
          <p:cNvPr id="1029" name="Picture 5" descr="Springback Behavior of AA 7075-T6 Alloy in V-Shaped Bending">
            <a:extLst>
              <a:ext uri="{FF2B5EF4-FFF2-40B4-BE49-F238E27FC236}">
                <a16:creationId xmlns:a16="http://schemas.microsoft.com/office/drawing/2014/main" id="{B5AB198F-ACF9-86C7-99AF-BD80AADF9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794" y="2159279"/>
            <a:ext cx="4505899" cy="29632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A627CB-278D-EA65-67AE-744F7F9DBAC1}"/>
              </a:ext>
            </a:extLst>
          </p:cNvPr>
          <p:cNvSpPr txBox="1"/>
          <p:nvPr/>
        </p:nvSpPr>
        <p:spPr>
          <a:xfrm>
            <a:off x="6488382" y="5231000"/>
            <a:ext cx="4060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/>
              <a:t>Source: MDPI-Springback Behavior of AA 7075-T6 Alloy in V-Shaped Bending</a:t>
            </a:r>
          </a:p>
        </p:txBody>
      </p:sp>
    </p:spTree>
    <p:extLst>
      <p:ext uri="{BB962C8B-B14F-4D97-AF65-F5344CB8AC3E}">
        <p14:creationId xmlns:p14="http://schemas.microsoft.com/office/powerpoint/2010/main" val="3306590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E120F-922B-9437-0240-5AB7DDEE7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8F81A-6106-E3A8-9D17-1F32A93E5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2495"/>
            <a:ext cx="9144000" cy="89473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endParaRPr lang="en-IN" sz="40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B891D-6EE7-366A-AA3D-758B6A1E7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4D6CAD-6261-FE96-CFEE-5A1C635F0336}"/>
              </a:ext>
            </a:extLst>
          </p:cNvPr>
          <p:cNvSpPr txBox="1"/>
          <p:nvPr/>
        </p:nvSpPr>
        <p:spPr>
          <a:xfrm>
            <a:off x="336443" y="6130644"/>
            <a:ext cx="7786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046781-00AC-C0D3-47BE-B5B2F7F7E548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75597-C3B7-985A-98B0-DF8EA21FB2BF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95AAFD-4CC5-B929-4E8F-AE36AC8E4425}"/>
              </a:ext>
            </a:extLst>
          </p:cNvPr>
          <p:cNvSpPr txBox="1"/>
          <p:nvPr/>
        </p:nvSpPr>
        <p:spPr>
          <a:xfrm>
            <a:off x="934064" y="1839679"/>
            <a:ext cx="8750710" cy="354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FEM-based calibration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rotational bending behavior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extraction of –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parameter.k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regression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for rotation prediction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calibrated domain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of predicted –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toolpath commands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into interactive planning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350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9F386-1F7E-4DF2-0063-CAC1BC18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6340-55FF-BDE1-8623-3147EC431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882987"/>
            <a:ext cx="11115040" cy="89473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 Environment Setup</a:t>
            </a:r>
            <a:endParaRPr lang="en-IN" sz="36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FED71E-32CB-4A30-40C9-EE3B5E867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280C4B9-8FE0-4AE0-7944-D59FA0B2549C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4E9DD-3175-B35C-F064-9762FFB8407C}"/>
              </a:ext>
            </a:extLst>
          </p:cNvPr>
          <p:cNvSpPr txBox="1"/>
          <p:nvPr/>
        </p:nvSpPr>
        <p:spPr>
          <a:xfrm>
            <a:off x="336444" y="2198630"/>
            <a:ext cx="4530524" cy="3081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LS-DYNA via IMET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platform</a:t>
            </a: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Sliding tool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Deformable sheet</a:t>
            </a: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Boundary: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Upper Limit -10 Lower Limit -140</a:t>
            </a: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rotational actuation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D30E2-E004-8C36-CE9B-516CE81C0341}"/>
              </a:ext>
            </a:extLst>
          </p:cNvPr>
          <p:cNvSpPr txBox="1"/>
          <p:nvPr/>
        </p:nvSpPr>
        <p:spPr>
          <a:xfrm>
            <a:off x="336443" y="6253754"/>
            <a:ext cx="7786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3E5C6-CFBC-4501-5828-7468A2F58A9B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0DCF93-37BE-EF7F-4FD2-354816610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019" y="2991563"/>
            <a:ext cx="5830529" cy="1495425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23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AB0B-A336-59AB-2E9A-F1426AF39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AD3A8-7842-100E-C07A-2FE9ECF72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882987"/>
            <a:ext cx="11115040" cy="89473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Mechanical Behavior</a:t>
            </a:r>
            <a:endParaRPr lang="en-IN" sz="36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20632-F701-0F5B-BD4A-989D486CE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340BADA-041F-AD55-22DF-10E78932C5DC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88EBD-89FD-4D9B-21D6-2CCDE2D3DA27}"/>
              </a:ext>
            </a:extLst>
          </p:cNvPr>
          <p:cNvSpPr txBox="1"/>
          <p:nvPr/>
        </p:nvSpPr>
        <p:spPr>
          <a:xfrm>
            <a:off x="336444" y="1878069"/>
            <a:ext cx="5371184" cy="4083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</a:t>
            </a:r>
            <a:r>
              <a:rPr lang="en-US" altLang="en-US" sz="17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establishes </a:t>
            </a:r>
            <a:r>
              <a:rPr lang="en-US" alt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tool-sheet</a:t>
            </a: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contact (mm scale translation)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 about Y-axis</a:t>
            </a: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radians) induces bending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Resulting deformation exhibits smooth </a:t>
            </a:r>
            <a:r>
              <a:rPr lang="en-US" alt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curvature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Bending is not purely localized at a single hinge point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curvature directly defines the </a:t>
            </a:r>
            <a:r>
              <a:rPr lang="en-US" alt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bend radius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is consistent with </a:t>
            </a:r>
            <a:r>
              <a:rPr lang="en-US" alt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rotational loading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5E2ED-6F4B-5AD5-7B10-7F37F69BA92C}"/>
              </a:ext>
            </a:extLst>
          </p:cNvPr>
          <p:cNvSpPr txBox="1"/>
          <p:nvPr/>
        </p:nvSpPr>
        <p:spPr>
          <a:xfrm>
            <a:off x="336443" y="6253754"/>
            <a:ext cx="7786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F2164-F76B-0EAE-9F9A-99740EA523E9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51CF7F-B316-CEE2-69A8-2159D56694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272" y="1974343"/>
            <a:ext cx="5176684" cy="1327726"/>
          </a:xfrm>
          <a:prstGeom prst="rect">
            <a:avLst/>
          </a:prstGeom>
          <a:ln w="285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3C9F85-EA1F-1ED4-1C6E-0617BC307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272" y="3545839"/>
            <a:ext cx="5176684" cy="22879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1983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9D156-27B8-2FAD-FEBE-0E8DC9F7C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F671-B581-0E02-ACD4-6869AF3A2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882987"/>
            <a:ext cx="11115040" cy="89473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Parameter Isolation Strategy</a:t>
            </a:r>
            <a:endParaRPr lang="en-IN" sz="36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B6C7B-ECE3-52F3-85B6-E8CB71F27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1B14F5C-A863-31C1-2F4C-E474A55A262C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4B3AF-4A6F-129E-D646-B1387489D2C8}"/>
              </a:ext>
            </a:extLst>
          </p:cNvPr>
          <p:cNvSpPr txBox="1"/>
          <p:nvPr/>
        </p:nvSpPr>
        <p:spPr>
          <a:xfrm>
            <a:off x="336443" y="1909681"/>
            <a:ext cx="4560022" cy="3566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Study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initiate tool-sheet contact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as primary bending actuator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other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constrained to eliminate parasitic motion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 simulation enforced using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nondynain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A81765-39B7-2982-B259-051232CA13CB}"/>
              </a:ext>
            </a:extLst>
          </p:cNvPr>
          <p:cNvSpPr txBox="1"/>
          <p:nvPr/>
        </p:nvSpPr>
        <p:spPr>
          <a:xfrm>
            <a:off x="336443" y="6253754"/>
            <a:ext cx="7786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4A895-E010-7178-0B23-0913421BA16D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6F7FC7-A467-3AE2-6806-8AE1FAD6E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382" y="2317307"/>
            <a:ext cx="5523108" cy="29731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377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4C39F-E6D6-BE70-340B-AA0D3D131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6990-F08A-87FE-0AA2-3B2CEE4D4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624189"/>
            <a:ext cx="11115040" cy="89473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 Method</a:t>
            </a:r>
            <a:endParaRPr lang="en-IN" sz="36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525F44-6156-DF75-7147-D36C53DC5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509FCEA-107C-444F-437C-0ABB80AFEB9F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4FF7BB-9A58-D71D-B81D-D0FF94C13B15}"/>
                  </a:ext>
                </a:extLst>
              </p:cNvPr>
              <p:cNvSpPr txBox="1"/>
              <p:nvPr/>
            </p:nvSpPr>
            <p:spPr>
              <a:xfrm>
                <a:off x="538479" y="1414464"/>
                <a:ext cx="6403095" cy="4330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FEM result files were post-processed using custom Python scripts located in: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3"/>
                  </a:rPr>
                  <a:t>angle_radius_measuring.py</a:t>
                </a:r>
                <a:endParaRPr lang="en-IN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Automated Surface Profile Reconstruction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script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Parses the </a:t>
                </a: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*NODE </a:t>
                </a: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section from LS-DYNA output file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Filters out rigid tool node IDs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Selects only </a:t>
                </a: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sheet surface </a:t>
                </a: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nodes using Y-plane threshold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Sorts nodes </a:t>
                </a: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along X-direction to rebuild deformation curve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produces a </a:t>
                </a: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 geometric representation</a:t>
                </a: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bent sheet.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Inner Bend Radius Calculation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cubic spline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fitted to the reconstructed surface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and second derivatives are computed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Curvature is evaluated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along the profile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Inner bend radius extracted as inverse of </a:t>
                </a:r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curvature</a:t>
                </a:r>
                <a:endPara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2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1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𝜅</m:t>
                        </m:r>
                      </m:den>
                    </m:f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4FF7BB-9A58-D71D-B81D-D0FF94C13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79" y="1414464"/>
                <a:ext cx="6403095" cy="43303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5FA4F34-0807-40B2-A4C5-2B3C88A5EBDC}"/>
              </a:ext>
            </a:extLst>
          </p:cNvPr>
          <p:cNvSpPr txBox="1"/>
          <p:nvPr/>
        </p:nvSpPr>
        <p:spPr>
          <a:xfrm>
            <a:off x="336443" y="6253754"/>
            <a:ext cx="7786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5868B-0A06-9558-7F53-DB657A42DB2D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05F108-2B8C-BE9D-A4D1-98EA2F2BE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0820" y="1818379"/>
            <a:ext cx="4246524" cy="37852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2610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55528-63AE-76C0-0EDA-3E9F55991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419D-6213-96F9-FF7E-F7EE58AC5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882987"/>
            <a:ext cx="11115040" cy="89473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Distribution</a:t>
            </a:r>
            <a:endParaRPr lang="en-IN" sz="36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4020EA-5DF8-3513-EC4C-02167F85D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1DF4451-4555-6B58-A25B-757A6D3BB259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2B9289-2E2F-7399-03A4-EA7C4BD38A9E}"/>
              </a:ext>
            </a:extLst>
          </p:cNvPr>
          <p:cNvSpPr txBox="1"/>
          <p:nvPr/>
        </p:nvSpPr>
        <p:spPr>
          <a:xfrm>
            <a:off x="607306" y="2409590"/>
            <a:ext cx="5881985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(translation) and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(rotation) were varied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bend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 depends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combined contact and rotation effects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penetration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(more negative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bending response increases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interaction observed between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A6FCC-3C8A-B797-6F3A-4D795F8BDD68}"/>
              </a:ext>
            </a:extLst>
          </p:cNvPr>
          <p:cNvSpPr txBox="1"/>
          <p:nvPr/>
        </p:nvSpPr>
        <p:spPr>
          <a:xfrm>
            <a:off x="336443" y="6253754"/>
            <a:ext cx="7786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009EF-A912-FF9A-1065-F1AA72A42531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FCC5B-BA65-A9FF-A045-01F773BED2D1}"/>
              </a:ext>
            </a:extLst>
          </p:cNvPr>
          <p:cNvSpPr txBox="1"/>
          <p:nvPr/>
        </p:nvSpPr>
        <p:spPr>
          <a:xfrm>
            <a:off x="972247" y="1978703"/>
            <a:ext cx="551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 Response Under Combined </a:t>
            </a:r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76A5BF-90B0-3D6C-544C-1D9F87370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680" y="2168152"/>
            <a:ext cx="3267531" cy="304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7167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55A5E-3965-7F0F-9F58-66934194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6995-C8BA-F37B-50C4-7B070D605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573176"/>
            <a:ext cx="11115040" cy="89473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Model (FEM → Angle Mapping)</a:t>
            </a:r>
            <a:endParaRPr lang="en-IN" sz="32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E4B26-6ADB-07C3-EE4B-917FE600A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91320C5-EA51-7DBB-293B-5D16905E16AD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3278A2-3B4D-4AC9-3865-36C1F6B6A367}"/>
              </a:ext>
            </a:extLst>
          </p:cNvPr>
          <p:cNvSpPr txBox="1"/>
          <p:nvPr/>
        </p:nvSpPr>
        <p:spPr>
          <a:xfrm>
            <a:off x="528648" y="1364425"/>
            <a:ext cx="6232340" cy="4652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LS-DYNA simulation, bending is controlled by: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translation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(establishes contact)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rotation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Y-axis (induces bending)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simulation produces a final bend angle after full unloading:</a:t>
            </a:r>
          </a:p>
          <a:p>
            <a:pPr algn="just">
              <a:lnSpc>
                <a:spcPct val="20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final​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=f(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rx,ryr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200000"/>
              </a:lnSpc>
            </a:pPr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relationship: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springback effects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computed numerically by FEM</a:t>
            </a:r>
          </a:p>
          <a:p>
            <a:pPr algn="just">
              <a:lnSpc>
                <a:spcPct val="200000"/>
              </a:lnSpc>
            </a:pP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forward mapping logic is implemented in: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models</a:t>
            </a:r>
            <a:endParaRPr lang="en-IN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file represents the FEM-calibrated forward behavior used for training.)</a:t>
            </a:r>
            <a:endParaRPr lang="ar-AE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10B04-BB96-8DF3-EBC7-8E132B8C3A8F}"/>
              </a:ext>
            </a:extLst>
          </p:cNvPr>
          <p:cNvSpPr txBox="1"/>
          <p:nvPr/>
        </p:nvSpPr>
        <p:spPr>
          <a:xfrm>
            <a:off x="336443" y="6253754"/>
            <a:ext cx="7786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E55E9-9731-D908-E293-6D9911AEAB1A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graphicFrame>
        <p:nvGraphicFramePr>
          <p:cNvPr id="43" name="Diagram 42">
            <a:extLst>
              <a:ext uri="{FF2B5EF4-FFF2-40B4-BE49-F238E27FC236}">
                <a16:creationId xmlns:a16="http://schemas.microsoft.com/office/drawing/2014/main" id="{B6041BFA-C5E3-6371-A42D-3CC3D89CA4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7069720"/>
              </p:ext>
            </p:extLst>
          </p:nvPr>
        </p:nvGraphicFramePr>
        <p:xfrm>
          <a:off x="6353277" y="1771215"/>
          <a:ext cx="4511368" cy="3315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2613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062FD-B3B6-A795-E4D9-5DA15850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90E8B-03AA-BD98-D22B-DA421CCFF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850262"/>
            <a:ext cx="11115040" cy="89473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Design Requirement</a:t>
            </a:r>
            <a:endParaRPr lang="en-IN" sz="36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87372-ACA0-2043-867D-26931C9F0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E7FF4A1-46D9-49B8-EC31-88897192BF74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B77496-717D-F904-35C1-688A9A0BA285}"/>
              </a:ext>
            </a:extLst>
          </p:cNvPr>
          <p:cNvSpPr txBox="1"/>
          <p:nvPr/>
        </p:nvSpPr>
        <p:spPr>
          <a:xfrm>
            <a:off x="607306" y="1957304"/>
            <a:ext cx="8979146" cy="3741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Requirement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 robot operation, the user specifies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𝜃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𝑡𝑎𝑟𝑔𝑒𝑡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​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compute : Required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defined contact condition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forms the inverse problem: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𝜃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𝑡𝑎𝑟𝑔𝑒𝑡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→𝑟𝑒𝑞𝑢𝑖𝑟𝑒𝑑 𝑟𝑦𝑟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Direct Inversion Is Not Possible?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 produces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results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equations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rotation and angle is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Springback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alters final geometry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use a data-driven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approach.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A9B8C-5274-7D28-893A-E496589F28CC}"/>
              </a:ext>
            </a:extLst>
          </p:cNvPr>
          <p:cNvSpPr txBox="1"/>
          <p:nvPr/>
        </p:nvSpPr>
        <p:spPr>
          <a:xfrm>
            <a:off x="336443" y="6253754"/>
            <a:ext cx="778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  <a:p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7F66F-9161-BDF7-A7EF-DCC5CA18712E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12E87D29-54E9-CB55-CF8B-AB3FDF18A1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2086511"/>
              </p:ext>
            </p:extLst>
          </p:nvPr>
        </p:nvGraphicFramePr>
        <p:xfrm>
          <a:off x="6096000" y="3293891"/>
          <a:ext cx="4488611" cy="2132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7" name="Diagram 26">
            <a:extLst>
              <a:ext uri="{FF2B5EF4-FFF2-40B4-BE49-F238E27FC236}">
                <a16:creationId xmlns:a16="http://schemas.microsoft.com/office/drawing/2014/main" id="{DA674535-C197-0A3E-BF51-A4875C65B5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3779494"/>
              </p:ext>
            </p:extLst>
          </p:nvPr>
        </p:nvGraphicFramePr>
        <p:xfrm>
          <a:off x="6618103" y="2128670"/>
          <a:ext cx="3444404" cy="9938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DEC2B3CB-B9E4-128E-14A2-D40D45A97777}"/>
              </a:ext>
            </a:extLst>
          </p:cNvPr>
          <p:cNvSpPr txBox="1"/>
          <p:nvPr/>
        </p:nvSpPr>
        <p:spPr>
          <a:xfrm>
            <a:off x="7779865" y="4920050"/>
            <a:ext cx="1120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/>
              <a:t>Inverse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68DA26-8AE4-AAB2-E907-C3A33D940AB5}"/>
              </a:ext>
            </a:extLst>
          </p:cNvPr>
          <p:cNvSpPr txBox="1"/>
          <p:nvPr/>
        </p:nvSpPr>
        <p:spPr>
          <a:xfrm>
            <a:off x="7779866" y="3217267"/>
            <a:ext cx="1120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/>
              <a:t>Forward</a:t>
            </a:r>
          </a:p>
        </p:txBody>
      </p:sp>
    </p:spTree>
    <p:extLst>
      <p:ext uri="{BB962C8B-B14F-4D97-AF65-F5344CB8AC3E}">
        <p14:creationId xmlns:p14="http://schemas.microsoft.com/office/powerpoint/2010/main" val="1921705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D17CE-50B4-EDFC-201B-D6DF7135F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78062-4156-5347-9B73-AC3BA00E0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850262"/>
            <a:ext cx="11115040" cy="89473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Inverse Calculation</a:t>
            </a:r>
            <a:endParaRPr lang="en-IN" sz="36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B3D0F-5FA9-338B-836C-96CEE76D9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C61BBCC-C4ED-20A1-ED3C-FA3E496BB348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6900C0-2423-7E4C-A894-F53452517F8C}"/>
                  </a:ext>
                </a:extLst>
              </p:cNvPr>
              <p:cNvSpPr txBox="1"/>
              <p:nvPr/>
            </p:nvSpPr>
            <p:spPr>
              <a:xfrm>
                <a:off x="607304" y="1957305"/>
                <a:ext cx="5921315" cy="3385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Regression-Based Inverse Mapping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the FEM dataset: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400" b="1"/>
                        </m:ctrlPr>
                      </m:dPr>
                      <m:e>
                        <m:r>
                          <a:rPr lang="ar-AE" sz="1400" b="1" i="1"/>
                          <m:t>𝒓</m:t>
                        </m:r>
                      </m:e>
                      <m:e>
                        <m:sSub>
                          <m:sSubPr>
                            <m:ctrlPr>
                              <a:rPr lang="ar-AE" sz="1400" b="1" i="1" smtClean="0"/>
                            </m:ctrlPr>
                          </m:sSubPr>
                          <m:e>
                            <m:r>
                              <a:rPr lang="ar-AE" sz="1400" b="1" i="1"/>
                              <m:t>𝒙</m:t>
                            </m:r>
                          </m:e>
                          <m:sub>
                            <m:r>
                              <a:rPr lang="ar-AE" sz="1400" b="1" i="1"/>
                              <m:t>𝒊</m:t>
                            </m:r>
                          </m:sub>
                        </m:sSub>
                      </m:e>
                      <m:e>
                        <m:r>
                          <m:rPr>
                            <m:nor/>
                          </m:rPr>
                          <a:rPr lang="ar-AE" sz="14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ar-AE" sz="1400" b="1" i="1"/>
                          <m:t>𝒓𝒚</m:t>
                        </m:r>
                        <m:sSub>
                          <m:sSubPr>
                            <m:ctrlPr>
                              <a:rPr lang="ar-AE" sz="1400" b="1" i="1"/>
                            </m:ctrlPr>
                          </m:sSubPr>
                          <m:e>
                            <m:r>
                              <a:rPr lang="ar-AE" sz="1400" b="1" i="1"/>
                              <m:t>𝒓</m:t>
                            </m:r>
                          </m:e>
                          <m:sub>
                            <m:r>
                              <a:rPr lang="ar-AE" sz="1400" b="1" i="1"/>
                              <m:t>𝒊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ar-AE" sz="14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ar-AE" sz="1400" b="1" i="1"/>
                            </m:ctrlPr>
                          </m:sSubPr>
                          <m:e>
                            <m:r>
                              <a:rPr lang="ar-AE" sz="1400" b="1" i="1"/>
                              <m:t>𝜽</m:t>
                            </m:r>
                          </m:e>
                          <m:sub>
                            <m:r>
                              <a:rPr lang="ar-AE" sz="1400" b="1" i="1"/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endParaRPr lang="ar-AE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 regression model to approximate: </a:t>
                </a:r>
                <a14:m>
                  <m:oMath xmlns:m="http://schemas.openxmlformats.org/officeDocument/2006/math">
                    <m:r>
                      <a:rPr lang="en-IN" sz="1400" b="1" i="1"/>
                      <m:t>𝒓𝒚𝒓</m:t>
                    </m:r>
                    <m:r>
                      <a:rPr lang="en-IN" sz="1400" b="1"/>
                      <m:t>=</m:t>
                    </m:r>
                    <m:r>
                      <a:rPr lang="en-IN" sz="1400" b="1" i="1"/>
                      <m:t>𝒈</m:t>
                    </m:r>
                    <m:d>
                      <m:dPr>
                        <m:sepChr m:val=","/>
                        <m:ctrlPr>
                          <a:rPr lang="ar-AE" sz="1400" b="1" i="1"/>
                        </m:ctrlPr>
                      </m:dPr>
                      <m:e>
                        <m:sSub>
                          <m:sSubPr>
                            <m:ctrlPr>
                              <a:rPr lang="ar-AE" sz="1400" b="1" i="1"/>
                            </m:ctrlPr>
                          </m:sSubPr>
                          <m:e>
                            <m:r>
                              <a:rPr lang="ar-AE" sz="1400" b="1" i="1"/>
                              <m:t>𝜽</m:t>
                            </m:r>
                          </m:e>
                          <m:sub>
                            <m:r>
                              <a:rPr lang="ar-AE" sz="1400" b="1" i="1"/>
                              <m:t>𝒕𝒂𝒓𝒈𝒆𝒕</m:t>
                            </m:r>
                          </m:sub>
                        </m:sSub>
                      </m:e>
                      <m:e>
                        <m:r>
                          <a:rPr lang="ar-AE" sz="1400" b="1" i="1"/>
                          <m:t>𝒓𝒙</m:t>
                        </m:r>
                      </m:e>
                    </m:d>
                  </m:oMath>
                </a14:m>
                <a:endParaRPr lang="ar-AE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inverse prediction logic is implemented in: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3"/>
                  </a:rPr>
                  <a:t>inverse_model.py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file: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Loads trained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regression model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Takes target angle as input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Calculates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required rotation parameter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Feeds result into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toolpath generation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6900C0-2423-7E4C-A894-F53452517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04" y="1957305"/>
                <a:ext cx="5921315" cy="3385607"/>
              </a:xfrm>
              <a:prstGeom prst="rect">
                <a:avLst/>
              </a:prstGeom>
              <a:blipFill>
                <a:blip r:embed="rId4"/>
                <a:stretch>
                  <a:fillRect l="-618" b="-12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AD6AB83-D918-07BA-2662-3A3DC9596EC9}"/>
              </a:ext>
            </a:extLst>
          </p:cNvPr>
          <p:cNvSpPr txBox="1"/>
          <p:nvPr/>
        </p:nvSpPr>
        <p:spPr>
          <a:xfrm>
            <a:off x="336443" y="6253754"/>
            <a:ext cx="778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  <a:p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EF258D-5FEE-B5F8-7BB7-8F7DC87F4122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E9326B-D9DE-2EDB-3674-A4D96599ADE4}"/>
              </a:ext>
            </a:extLst>
          </p:cNvPr>
          <p:cNvSpPr txBox="1"/>
          <p:nvPr/>
        </p:nvSpPr>
        <p:spPr>
          <a:xfrm>
            <a:off x="6770820" y="1946787"/>
            <a:ext cx="40839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validated using: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FEM ground truth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ML model replaces repeated FEM simulations during calculation.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28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014B-A160-FE78-A270-D428D3171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D26F4-FB3D-F6D2-45E4-C073F56CD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850262"/>
            <a:ext cx="11115040" cy="89473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Bridging ML Output to Physical Simulation</a:t>
            </a:r>
            <a:endParaRPr lang="en-IN" sz="36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EB991-6D73-A857-B19C-4337AB7D9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59C13EA-C805-9446-96C6-2376449A2988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0D8FD-B47E-4D6C-5826-97870395E945}"/>
              </a:ext>
            </a:extLst>
          </p:cNvPr>
          <p:cNvSpPr txBox="1"/>
          <p:nvPr/>
        </p:nvSpPr>
        <p:spPr>
          <a:xfrm>
            <a:off x="607304" y="1957306"/>
            <a:ext cx="6560411" cy="415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training the inverse regression model: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​→calculated 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This Calculation Is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bend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computes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kept as predefined contact baseline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written into LS-DYNA parameter file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 simulation can be re-run for validation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Is Important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does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FEM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provides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parameter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 remains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ground-truth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 tool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04DD1E-35F0-EE4D-88DA-F1E07DB54F0B}"/>
              </a:ext>
            </a:extLst>
          </p:cNvPr>
          <p:cNvSpPr txBox="1"/>
          <p:nvPr/>
        </p:nvSpPr>
        <p:spPr>
          <a:xfrm>
            <a:off x="336443" y="6253754"/>
            <a:ext cx="778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  <a:p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D5715-BF26-4DB8-6A43-506102CC2886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6D0461-9BE8-C2E6-1CE4-CF02F40E5C9A}"/>
              </a:ext>
            </a:extLst>
          </p:cNvPr>
          <p:cNvSpPr txBox="1"/>
          <p:nvPr/>
        </p:nvSpPr>
        <p:spPr>
          <a:xfrm>
            <a:off x="6732987" y="2302774"/>
            <a:ext cx="3551559" cy="1525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Physics consistency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accountability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Industrial applicability</a:t>
            </a:r>
          </a:p>
        </p:txBody>
      </p:sp>
    </p:spTree>
    <p:extLst>
      <p:ext uri="{BB962C8B-B14F-4D97-AF65-F5344CB8AC3E}">
        <p14:creationId xmlns:p14="http://schemas.microsoft.com/office/powerpoint/2010/main" val="1739496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FC448-ADCA-5F17-962B-CFA4E9BEF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19F1E1-DBFD-0000-2FC9-8E84F34E8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9FD28A-28CD-B783-A115-4700F91D7DF3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B9EF6-B2A0-B3B2-F677-4386FCC99124}"/>
              </a:ext>
            </a:extLst>
          </p:cNvPr>
          <p:cNvSpPr txBox="1"/>
          <p:nvPr/>
        </p:nvSpPr>
        <p:spPr>
          <a:xfrm>
            <a:off x="336443" y="6253754"/>
            <a:ext cx="778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  <a:p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A04BFEE-04EC-DCDC-A8B7-29C2FBC1EC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3683957"/>
              </p:ext>
            </p:extLst>
          </p:nvPr>
        </p:nvGraphicFramePr>
        <p:xfrm>
          <a:off x="2133599" y="1000265"/>
          <a:ext cx="7413523" cy="4444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E4788F-1D33-3621-D8E5-E02E4AC80D92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5E09A-D3AD-E3A5-119D-0B791D7AFB87}"/>
              </a:ext>
            </a:extLst>
          </p:cNvPr>
          <p:cNvSpPr txBox="1"/>
          <p:nvPr/>
        </p:nvSpPr>
        <p:spPr>
          <a:xfrm>
            <a:off x="3780502" y="5709484"/>
            <a:ext cx="507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Bridging ML Output to Physical Simulation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451596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847F1-E637-FD92-B3F9-598FAFF80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E739E-00F8-330B-0E71-EB9B8B2B1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850262"/>
            <a:ext cx="11115040" cy="89473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Toolpath Generation Logic</a:t>
            </a:r>
            <a:endParaRPr lang="en-IN" sz="36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6B35F-1311-0988-CAC3-0A16E03A6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76D3D97-4CF3-A699-C282-926D5A1D6826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0ABE50-350B-081E-0510-5FCBA8FEE8BE}"/>
              </a:ext>
            </a:extLst>
          </p:cNvPr>
          <p:cNvSpPr txBox="1"/>
          <p:nvPr/>
        </p:nvSpPr>
        <p:spPr>
          <a:xfrm>
            <a:off x="538480" y="1744996"/>
            <a:ext cx="6648902" cy="476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calculated: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translates it into structured motion commands.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1 - Rotation Discretization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applying full rotation instantly: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calculated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divided into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increments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 bending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unrealistic impulse loading</a:t>
            </a:r>
          </a:p>
          <a:p>
            <a:pPr>
              <a:lnSpc>
                <a:spcPct val="150000"/>
              </a:lnSpc>
            </a:pP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1.5 rad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Discretized into 10 steps: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0.15 → 0.30 → 0.45 → ... → 1.50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2 - Step Sequence Construction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step represents: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incremental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rotation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under fixed contact condition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produces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deformation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93A12-B294-0BD5-BBA5-66F48AEBA059}"/>
              </a:ext>
            </a:extLst>
          </p:cNvPr>
          <p:cNvSpPr txBox="1"/>
          <p:nvPr/>
        </p:nvSpPr>
        <p:spPr>
          <a:xfrm>
            <a:off x="336443" y="6253754"/>
            <a:ext cx="778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  <a:p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C465E-55A4-688B-8E8D-AAE5E44217EC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D307F2-9B4A-40BF-9AF0-62816476ACD4}"/>
              </a:ext>
            </a:extLst>
          </p:cNvPr>
          <p:cNvSpPr txBox="1"/>
          <p:nvPr/>
        </p:nvSpPr>
        <p:spPr>
          <a:xfrm>
            <a:off x="5948517" y="1875716"/>
            <a:ext cx="45705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— CSV Export Format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ryr_deg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1, 0.15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2, 0.30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3, 0.45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Exported as: 📄 toolpath.csv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CSV?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controllers accept structured motion sequences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integration with industrial PLC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and editable format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996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87C17-DA4A-C078-EAFB-08265A68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D8D160-BFB7-E263-4992-7E4524288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D7C51C-D209-AC2E-69B2-11CF2D83AD2E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D24AE-C7E7-FF2B-382E-6748FB0AFF86}"/>
              </a:ext>
            </a:extLst>
          </p:cNvPr>
          <p:cNvSpPr txBox="1"/>
          <p:nvPr/>
        </p:nvSpPr>
        <p:spPr>
          <a:xfrm>
            <a:off x="336443" y="6253754"/>
            <a:ext cx="778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  <a:p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E5B15-5F45-12C0-399F-39C881AE86B8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87E2A4-E3A9-D3B9-8B27-54884CF6B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559" y="1591170"/>
            <a:ext cx="4936882" cy="35700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D5CE89-60B5-8A5C-93C4-CEA7E741928B}"/>
              </a:ext>
            </a:extLst>
          </p:cNvPr>
          <p:cNvSpPr txBox="1"/>
          <p:nvPr/>
        </p:nvSpPr>
        <p:spPr>
          <a:xfrm>
            <a:off x="3505200" y="5385849"/>
            <a:ext cx="518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/>
              <a:t>Downloaded CSV report from UI for Bend Angle 45</a:t>
            </a:r>
            <a:r>
              <a:rPr lang="en-IN" sz="1200" b="1" i="1" dirty="0">
                <a:latin typeface="Tempus Sans ITC" panose="04020404030D07020202" pitchFamily="82" charset="0"/>
                <a:ea typeface="DengXian" panose="020B0503020204020204" pitchFamily="2" charset="-122"/>
              </a:rPr>
              <a:t>˚</a:t>
            </a:r>
            <a:endParaRPr lang="en-IN" sz="1200" b="1" i="1" dirty="0"/>
          </a:p>
        </p:txBody>
      </p:sp>
    </p:spTree>
    <p:extLst>
      <p:ext uri="{BB962C8B-B14F-4D97-AF65-F5344CB8AC3E}">
        <p14:creationId xmlns:p14="http://schemas.microsoft.com/office/powerpoint/2010/main" val="3716720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8C874-2527-C4C7-5BBB-F1E7E165C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EB804-754C-9EB8-B5F3-24EBC6353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850262"/>
            <a:ext cx="11115040" cy="89473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Prediction &amp; Compensation Logic</a:t>
            </a:r>
            <a:endParaRPr lang="en-IN" sz="36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C1844-8FF4-EF06-128B-4B845F887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E9BBEB9-8B75-7431-B5D8-4BE30B22380C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A6956-C655-F08E-192C-DD87524847BC}"/>
              </a:ext>
            </a:extLst>
          </p:cNvPr>
          <p:cNvSpPr txBox="1"/>
          <p:nvPr/>
        </p:nvSpPr>
        <p:spPr>
          <a:xfrm>
            <a:off x="697614" y="2089548"/>
            <a:ext cx="3532075" cy="3372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Internally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target angle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model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calculates required rotation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model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post-springback response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Compensation logic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adjusts tool command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relaxed angle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target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B9F989-6ED9-3642-5454-6EAF83A35B38}"/>
              </a:ext>
            </a:extLst>
          </p:cNvPr>
          <p:cNvSpPr txBox="1"/>
          <p:nvPr/>
        </p:nvSpPr>
        <p:spPr>
          <a:xfrm>
            <a:off x="336443" y="6253754"/>
            <a:ext cx="778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  <a:p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011E4-C78E-2379-9695-7ABB6D14E5F6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009B95-3368-4E45-2466-95C5A9B0C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782" y="1744996"/>
            <a:ext cx="3614308" cy="20305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00C6C8-7FF8-A5C6-03D4-0220D2247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782" y="3898697"/>
            <a:ext cx="3614308" cy="196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58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40563-ABAA-9427-D312-D19CF38B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2B9F-B0E0-F8AE-7143-2069F5A9A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850262"/>
            <a:ext cx="11115040" cy="89473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Web-Based System</a:t>
            </a:r>
            <a:endParaRPr lang="en-IN" sz="36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FB577-25D5-C521-F908-3A9E36A7D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468F18-AA6A-0602-E501-C989B2349643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5529A-9B71-6AE3-A418-EB5BADF6D148}"/>
              </a:ext>
            </a:extLst>
          </p:cNvPr>
          <p:cNvSpPr txBox="1"/>
          <p:nvPr/>
        </p:nvSpPr>
        <p:spPr>
          <a:xfrm>
            <a:off x="717278" y="2576397"/>
            <a:ext cx="8544709" cy="3372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Layer (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point of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input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 inverse model for prediction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 forward model for validation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toolpath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Renders plots and tables</a:t>
            </a:r>
          </a:p>
          <a:p>
            <a:pPr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8B37-B32F-1299-93E9-5508C06FA26E}"/>
              </a:ext>
            </a:extLst>
          </p:cNvPr>
          <p:cNvSpPr txBox="1"/>
          <p:nvPr/>
        </p:nvSpPr>
        <p:spPr>
          <a:xfrm>
            <a:off x="336443" y="6253754"/>
            <a:ext cx="778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  <a:p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8B5E52-39EA-B951-48F8-F606BFD3A5D3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B75236-D972-D6A4-A8C8-67D86713C673}"/>
              </a:ext>
            </a:extLst>
          </p:cNvPr>
          <p:cNvSpPr txBox="1"/>
          <p:nvPr/>
        </p:nvSpPr>
        <p:spPr>
          <a:xfrm>
            <a:off x="4689987" y="2860128"/>
            <a:ext cx="3293807" cy="263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Model Layer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inverse_model.py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required rotation (RYR) from target angle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springback_model.py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forward springback response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3C2B5F-E36C-0040-D5A8-4072E0D42945}"/>
              </a:ext>
            </a:extLst>
          </p:cNvPr>
          <p:cNvSpPr txBox="1"/>
          <p:nvPr/>
        </p:nvSpPr>
        <p:spPr>
          <a:xfrm>
            <a:off x="7983793" y="2737018"/>
            <a:ext cx="3293807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Layer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FEM-generated calibration dataset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regression models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model weights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ACFBF9-C72C-0BC1-8ACD-FD71FDCFC353}"/>
              </a:ext>
            </a:extLst>
          </p:cNvPr>
          <p:cNvSpPr txBox="1"/>
          <p:nvPr/>
        </p:nvSpPr>
        <p:spPr>
          <a:xfrm>
            <a:off x="1538748" y="1905617"/>
            <a:ext cx="8091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Interactive Application: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ML Assisted Sheet Metal Bending with Springback</a:t>
            </a:r>
            <a:endParaRPr lang="en-US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399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8C711-335C-E281-9121-87FF7C306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D348B2-C085-6380-85FC-6A482C8CF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56EF014-A8E1-0D48-D3B6-15F736EEAC53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98145-D486-C85B-43C3-98242DEBF211}"/>
              </a:ext>
            </a:extLst>
          </p:cNvPr>
          <p:cNvSpPr txBox="1"/>
          <p:nvPr/>
        </p:nvSpPr>
        <p:spPr>
          <a:xfrm>
            <a:off x="336443" y="6253754"/>
            <a:ext cx="778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  <a:p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374A3B-2B46-363D-2292-3ABB8A66D6BB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4CAD3E2C-5897-8B69-48AF-8C3CE39293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9990899"/>
              </p:ext>
            </p:extLst>
          </p:nvPr>
        </p:nvGraphicFramePr>
        <p:xfrm>
          <a:off x="1386348" y="1123375"/>
          <a:ext cx="8819535" cy="4589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05512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F616-3C3C-DF0F-5F31-964339C25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C17E-A19B-B005-B769-7A8A7E80B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8633" y="792131"/>
            <a:ext cx="5134733" cy="89473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Outcomes</a:t>
            </a:r>
            <a:endParaRPr lang="en-IN" sz="36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100517-CC74-DCA2-2A78-11BF8C654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72E382-589B-7EAB-F448-01E6F679926F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A5AD35-B94E-3984-3C83-0F273D06C5AE}"/>
              </a:ext>
            </a:extLst>
          </p:cNvPr>
          <p:cNvSpPr txBox="1"/>
          <p:nvPr/>
        </p:nvSpPr>
        <p:spPr>
          <a:xfrm>
            <a:off x="499820" y="1927962"/>
            <a:ext cx="982404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a FEM-calibrated bending framework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variation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extraction of bend angle and inner radius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LS-DYNA output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Constructed a structured dataset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regression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ML model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rotation prediction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compensation logic and toolpath generation into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deployable web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57B65A-FBB9-7D97-B5F1-C35BF3CC6011}"/>
              </a:ext>
            </a:extLst>
          </p:cNvPr>
          <p:cNvSpPr txBox="1"/>
          <p:nvPr/>
        </p:nvSpPr>
        <p:spPr>
          <a:xfrm>
            <a:off x="336443" y="6253754"/>
            <a:ext cx="778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  <a:p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347FB-4C1D-E80E-FB3B-413B0DB1F0FD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26532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D7657-397B-718C-4942-DD2A84DD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A2B0C-FF52-4163-2860-78ACE2103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8633" y="792131"/>
            <a:ext cx="5134733" cy="89473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Contribution</a:t>
            </a:r>
            <a:endParaRPr lang="en-IN" sz="3600" b="1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CE199-FA23-A8D6-1FBA-FB52B30C0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218E1E5-DD8B-0346-3EDB-7EB6FCD3535B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661E05-8025-8442-AA68-4B06C574193F}"/>
              </a:ext>
            </a:extLst>
          </p:cNvPr>
          <p:cNvSpPr txBox="1"/>
          <p:nvPr/>
        </p:nvSpPr>
        <p:spPr>
          <a:xfrm>
            <a:off x="499820" y="1927962"/>
            <a:ext cx="9824049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manual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tuning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FEM as physical ground truth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rapid and reproducible bending planning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future material and geometry expansion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21C19F-DFA4-3883-37FC-03C764C201E0}"/>
              </a:ext>
            </a:extLst>
          </p:cNvPr>
          <p:cNvSpPr txBox="1"/>
          <p:nvPr/>
        </p:nvSpPr>
        <p:spPr>
          <a:xfrm>
            <a:off x="336443" y="6253754"/>
            <a:ext cx="778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  <a:p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A6604-5A31-638A-B8E4-986756978A6E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681874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F2AA8-2F9B-B76E-DA87-CC9F23EC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E1D6F1-84B7-D6E5-4E42-B75A2DACF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29690" cy="10002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44E5C2-FDD4-7E6A-9ABC-9225D9CEF196}"/>
              </a:ext>
            </a:extLst>
          </p:cNvPr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1D9494-E71A-BC1E-8F95-7D6EDB4CBB93}"/>
              </a:ext>
            </a:extLst>
          </p:cNvPr>
          <p:cNvSpPr txBox="1"/>
          <p:nvPr/>
        </p:nvSpPr>
        <p:spPr>
          <a:xfrm>
            <a:off x="336443" y="6253754"/>
            <a:ext cx="778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IMET -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Umformtech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  <a:p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nik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Metallischer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Werkstoffe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 und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Verbunde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90E809-AEA2-3D8B-AA62-90BFB38C78B0}"/>
              </a:ext>
            </a:extLst>
          </p:cNvPr>
          <p:cNvSpPr txBox="1"/>
          <p:nvPr/>
        </p:nvSpPr>
        <p:spPr>
          <a:xfrm>
            <a:off x="6770820" y="6130644"/>
            <a:ext cx="5523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Intelligent Forming Systems -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Smart Tool for Robot-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a typeface="Arial Unicode MS" panose="020B0604020202020204"/>
              </a:rPr>
              <a:t>Bending Calibrated with FEM</a:t>
            </a:r>
            <a:endParaRPr lang="en-IN" sz="1600" dirty="0">
              <a:solidFill>
                <a:schemeClr val="bg1">
                  <a:lumMod val="50000"/>
                </a:schemeClr>
              </a:solidFill>
              <a:ea typeface="Arial Unicode MS" panose="020B0604020202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3106A7-EE08-6106-8825-F675173A8CC6}"/>
              </a:ext>
            </a:extLst>
          </p:cNvPr>
          <p:cNvSpPr txBox="1"/>
          <p:nvPr/>
        </p:nvSpPr>
        <p:spPr>
          <a:xfrm>
            <a:off x="3894680" y="2355539"/>
            <a:ext cx="4402639" cy="901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8C4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15F34F8-C3B5-040F-FE61-4C1A61143F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081767" y="3257132"/>
            <a:ext cx="2028464" cy="739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360221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1632</Words>
  <Application>Microsoft Office PowerPoint</Application>
  <PresentationFormat>Widescreen</PresentationFormat>
  <Paragraphs>310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Unicode MS</vt:lpstr>
      <vt:lpstr>Calibri</vt:lpstr>
      <vt:lpstr>Calibri Light</vt:lpstr>
      <vt:lpstr>Cambria Math</vt:lpstr>
      <vt:lpstr>Tempus Sans ITC</vt:lpstr>
      <vt:lpstr>Times New Roman</vt:lpstr>
      <vt:lpstr>Office Theme</vt:lpstr>
      <vt:lpstr>Smart Tool for Robot-Bending Calibrated with FEM  (by integrating ML-assisted path correction with a web-based interface for process control)</vt:lpstr>
      <vt:lpstr>Problem Statement</vt:lpstr>
      <vt:lpstr>Project Objective</vt:lpstr>
      <vt:lpstr>FEM Environment Setup</vt:lpstr>
      <vt:lpstr>Observed Mechanical Behavior</vt:lpstr>
      <vt:lpstr>Motion Parameter Isolation Strategy</vt:lpstr>
      <vt:lpstr>Data Extraction Method</vt:lpstr>
      <vt:lpstr>Data Distribution</vt:lpstr>
      <vt:lpstr>Forward Model (FEM → Angle Mapping)</vt:lpstr>
      <vt:lpstr>Inverse Design Requirement</vt:lpstr>
      <vt:lpstr>ML-Based Inverse Calculation</vt:lpstr>
      <vt:lpstr>Bridging ML Output to Physical Simulation</vt:lpstr>
      <vt:lpstr>PowerPoint Presentation</vt:lpstr>
      <vt:lpstr>Toolpath Generation Logic</vt:lpstr>
      <vt:lpstr>PowerPoint Presentation</vt:lpstr>
      <vt:lpstr>Integrated Prediction &amp; Compensation Logic</vt:lpstr>
      <vt:lpstr>Integrated Web-Based System</vt:lpstr>
      <vt:lpstr>PowerPoint Presentation</vt:lpstr>
      <vt:lpstr>Engineering Outcomes</vt:lpstr>
      <vt:lpstr>System Contribution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Nataraj</dc:creator>
  <cp:lastModifiedBy>Surya Nataraj</cp:lastModifiedBy>
  <cp:revision>10</cp:revision>
  <dcterms:created xsi:type="dcterms:W3CDTF">2026-01-15T20:11:59Z</dcterms:created>
  <dcterms:modified xsi:type="dcterms:W3CDTF">2026-02-14T03:42:44Z</dcterms:modified>
</cp:coreProperties>
</file>